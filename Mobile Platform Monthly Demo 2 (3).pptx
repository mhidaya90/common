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4"/>
  </p:sldMasterIdLst>
  <p:notesMasterIdLst>
    <p:notesMasterId r:id="rId7"/>
  </p:notesMasterIdLst>
  <p:handoutMasterIdLst>
    <p:handoutMasterId r:id="rId8"/>
  </p:handoutMasterIdLst>
  <p:sldIdLst>
    <p:sldId id="256" r:id="rId5"/>
    <p:sldId id="6212" r:id="rId6"/>
  </p:sldIdLst>
  <p:sldSz cx="12192000" cy="6858000"/>
  <p:notesSz cx="7112000" cy="939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s" id="{570ED823-F352-964D-A3FB-453C638739A7}">
          <p14:sldIdLst>
            <p14:sldId id="256"/>
            <p14:sldId id="6212"/>
          </p14:sldIdLst>
        </p14:section>
      </p14:sectionLst>
    </p:ext>
    <p:ext uri="{EFAFB233-063F-42B5-8137-9DF3F51BA10A}">
      <p15:sldGuideLst xmlns:p15="http://schemas.microsoft.com/office/powerpoint/2012/main">
        <p15:guide id="1" orient="horz" pos="3742" userDrawn="1">
          <p15:clr>
            <a:srgbClr val="A4A3A4"/>
          </p15:clr>
        </p15:guide>
        <p15:guide id="2" orient="horz" pos="4175" userDrawn="1">
          <p15:clr>
            <a:srgbClr val="A4A3A4"/>
          </p15:clr>
        </p15:guide>
        <p15:guide id="3" orient="horz" pos="580" userDrawn="1">
          <p15:clr>
            <a:srgbClr val="A4A3A4"/>
          </p15:clr>
        </p15:guide>
        <p15:guide id="4" orient="horz" pos="3605" userDrawn="1">
          <p15:clr>
            <a:srgbClr val="A4A3A4"/>
          </p15:clr>
        </p15:guide>
        <p15:guide id="5" orient="horz" pos="144" userDrawn="1">
          <p15:clr>
            <a:srgbClr val="A4A3A4"/>
          </p15:clr>
        </p15:guide>
        <p15:guide id="6" orient="horz" pos="1304" userDrawn="1">
          <p15:clr>
            <a:srgbClr val="A4A3A4"/>
          </p15:clr>
        </p15:guide>
        <p15:guide id="7" orient="horz" pos="896" userDrawn="1">
          <p15:clr>
            <a:srgbClr val="A4A3A4"/>
          </p15:clr>
        </p15:guide>
        <p15:guide id="8" orient="horz" pos="1579" userDrawn="1">
          <p15:clr>
            <a:srgbClr val="A4A3A4"/>
          </p15:clr>
        </p15:guide>
        <p15:guide id="9" orient="horz" pos="3858" userDrawn="1">
          <p15:clr>
            <a:srgbClr val="A4A3A4"/>
          </p15:clr>
        </p15:guide>
        <p15:guide id="10" pos="7488" userDrawn="1">
          <p15:clr>
            <a:srgbClr val="A4A3A4"/>
          </p15:clr>
        </p15:guide>
        <p15:guide id="11" pos="192" userDrawn="1">
          <p15:clr>
            <a:srgbClr val="A4A3A4"/>
          </p15:clr>
        </p15:guide>
        <p15:guide id="12" pos="6987" userDrawn="1">
          <p15:clr>
            <a:srgbClr val="A4A3A4"/>
          </p15:clr>
        </p15:guide>
        <p15:guide id="13" pos="631" userDrawn="1">
          <p15:clr>
            <a:srgbClr val="A4A3A4"/>
          </p15:clr>
        </p15:guide>
      </p15:sldGuideLst>
    </p:ext>
    <p:ext uri="{2D200454-40CA-4A62-9FC3-DE9A4176ACB9}">
      <p15:notesGuideLst xmlns:p15="http://schemas.microsoft.com/office/powerpoint/2012/main">
        <p15:guide id="1" orient="horz" pos="2960">
          <p15:clr>
            <a:srgbClr val="A4A3A4"/>
          </p15:clr>
        </p15:guide>
        <p15:guide id="2" pos="224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fonso Garbanzo Lee" initials="AGL" lastIdx="2" clrIdx="0">
    <p:extLst>
      <p:ext uri="{19B8F6BF-5375-455C-9EA6-DF929625EA0E}">
        <p15:presenceInfo xmlns:p15="http://schemas.microsoft.com/office/powerpoint/2012/main" userId="S::Alfonso_Garbanzo_Lee@cargill.com::aee2e9b3-be5c-4550-9062-37743d706cd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C84"/>
    <a:srgbClr val="1E9D8B"/>
    <a:srgbClr val="007A87"/>
    <a:srgbClr val="5B8F22"/>
    <a:srgbClr val="ABAD23"/>
    <a:srgbClr val="F4CA6D"/>
    <a:srgbClr val="D7A900"/>
    <a:srgbClr val="E7E5E3"/>
    <a:srgbClr val="F1F0EE"/>
    <a:srgbClr val="E7EFE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B52EBB-E8CD-A945-AF06-7F3EC8A55DBD}" v="310" dt="2024-05-14T13:02:39.2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63" autoAdjust="0"/>
    <p:restoredTop sz="94405" autoAdjust="0"/>
  </p:normalViewPr>
  <p:slideViewPr>
    <p:cSldViewPr snapToGrid="0" showGuides="1">
      <p:cViewPr varScale="1">
        <p:scale>
          <a:sx n="114" d="100"/>
          <a:sy n="114" d="100"/>
        </p:scale>
        <p:origin x="752" y="176"/>
      </p:cViewPr>
      <p:guideLst>
        <p:guide orient="horz" pos="3742"/>
        <p:guide orient="horz" pos="4175"/>
        <p:guide orient="horz" pos="580"/>
        <p:guide orient="horz" pos="3605"/>
        <p:guide orient="horz" pos="144"/>
        <p:guide orient="horz" pos="1304"/>
        <p:guide orient="horz" pos="896"/>
        <p:guide orient="horz" pos="1579"/>
        <p:guide orient="horz" pos="3858"/>
        <p:guide pos="7488"/>
        <p:guide pos="192"/>
        <p:guide pos="6987"/>
        <p:guide pos="63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424"/>
    </p:cViewPr>
  </p:sorterViewPr>
  <p:notesViewPr>
    <p:cSldViewPr snapToGrid="0" showGuides="1">
      <p:cViewPr varScale="1">
        <p:scale>
          <a:sx n="108" d="100"/>
          <a:sy n="108" d="100"/>
        </p:scale>
        <p:origin x="-5124" y="-78"/>
      </p:cViewPr>
      <p:guideLst>
        <p:guide orient="horz" pos="2960"/>
        <p:guide pos="224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commentAuthors" Target="commentAuthors.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IDAYATHULLAH M (CRGL-THIRDPARTY.COM)" userId="96e56d11-4679-4de4-ba1c-663dfd039490" providerId="ADAL" clId="{43B52EBB-E8CD-A945-AF06-7F3EC8A55DBD}"/>
    <pc:docChg chg="undo custSel delSld modSld modSection">
      <pc:chgData name="HIDAYATHULLAH M (CRGL-THIRDPARTY.COM)" userId="96e56d11-4679-4de4-ba1c-663dfd039490" providerId="ADAL" clId="{43B52EBB-E8CD-A945-AF06-7F3EC8A55DBD}" dt="2024-05-14T13:03:29.372" v="375" actId="2696"/>
      <pc:docMkLst>
        <pc:docMk/>
      </pc:docMkLst>
      <pc:sldChg chg="del">
        <pc:chgData name="HIDAYATHULLAH M (CRGL-THIRDPARTY.COM)" userId="96e56d11-4679-4de4-ba1c-663dfd039490" providerId="ADAL" clId="{43B52EBB-E8CD-A945-AF06-7F3EC8A55DBD}" dt="2024-05-14T13:03:20.135" v="370" actId="2696"/>
        <pc:sldMkLst>
          <pc:docMk/>
          <pc:sldMk cId="693768776" sldId="370"/>
        </pc:sldMkLst>
      </pc:sldChg>
      <pc:sldChg chg="addSp modSp del mod">
        <pc:chgData name="HIDAYATHULLAH M (CRGL-THIRDPARTY.COM)" userId="96e56d11-4679-4de4-ba1c-663dfd039490" providerId="ADAL" clId="{43B52EBB-E8CD-A945-AF06-7F3EC8A55DBD}" dt="2024-05-14T13:03:27.377" v="372" actId="2696"/>
        <pc:sldMkLst>
          <pc:docMk/>
          <pc:sldMk cId="1457748945" sldId="375"/>
        </pc:sldMkLst>
        <pc:picChg chg="add mod modCrop">
          <ac:chgData name="HIDAYATHULLAH M (CRGL-THIRDPARTY.COM)" userId="96e56d11-4679-4de4-ba1c-663dfd039490" providerId="ADAL" clId="{43B52EBB-E8CD-A945-AF06-7F3EC8A55DBD}" dt="2024-05-14T13:00:09.757" v="343" actId="732"/>
          <ac:picMkLst>
            <pc:docMk/>
            <pc:sldMk cId="1457748945" sldId="375"/>
            <ac:picMk id="4" creationId="{1CFE63BE-3B24-4FF0-306B-1C3B63F5F8B2}"/>
          </ac:picMkLst>
        </pc:picChg>
      </pc:sldChg>
      <pc:sldChg chg="del">
        <pc:chgData name="HIDAYATHULLAH M (CRGL-THIRDPARTY.COM)" userId="96e56d11-4679-4de4-ba1c-663dfd039490" providerId="ADAL" clId="{43B52EBB-E8CD-A945-AF06-7F3EC8A55DBD}" dt="2024-05-14T13:03:28.504" v="373" actId="2696"/>
        <pc:sldMkLst>
          <pc:docMk/>
          <pc:sldMk cId="1443326999" sldId="376"/>
        </pc:sldMkLst>
      </pc:sldChg>
      <pc:sldChg chg="del">
        <pc:chgData name="HIDAYATHULLAH M (CRGL-THIRDPARTY.COM)" userId="96e56d11-4679-4de4-ba1c-663dfd039490" providerId="ADAL" clId="{43B52EBB-E8CD-A945-AF06-7F3EC8A55DBD}" dt="2024-05-14T13:03:29.371" v="374" actId="2696"/>
        <pc:sldMkLst>
          <pc:docMk/>
          <pc:sldMk cId="705488860" sldId="377"/>
        </pc:sldMkLst>
      </pc:sldChg>
      <pc:sldChg chg="del">
        <pc:chgData name="HIDAYATHULLAH M (CRGL-THIRDPARTY.COM)" userId="96e56d11-4679-4de4-ba1c-663dfd039490" providerId="ADAL" clId="{43B52EBB-E8CD-A945-AF06-7F3EC8A55DBD}" dt="2024-05-14T12:57:57.322" v="340" actId="2696"/>
        <pc:sldMkLst>
          <pc:docMk/>
          <pc:sldMk cId="294566048" sldId="6208"/>
        </pc:sldMkLst>
      </pc:sldChg>
      <pc:sldChg chg="del">
        <pc:chgData name="HIDAYATHULLAH M (CRGL-THIRDPARTY.COM)" userId="96e56d11-4679-4de4-ba1c-663dfd039490" providerId="ADAL" clId="{43B52EBB-E8CD-A945-AF06-7F3EC8A55DBD}" dt="2024-05-14T12:30:36.739" v="0" actId="2696"/>
        <pc:sldMkLst>
          <pc:docMk/>
          <pc:sldMk cId="1309561037" sldId="6211"/>
        </pc:sldMkLst>
      </pc:sldChg>
      <pc:sldChg chg="addSp delSp modSp mod modAnim">
        <pc:chgData name="HIDAYATHULLAH M (CRGL-THIRDPARTY.COM)" userId="96e56d11-4679-4de4-ba1c-663dfd039490" providerId="ADAL" clId="{43B52EBB-E8CD-A945-AF06-7F3EC8A55DBD}" dt="2024-05-14T13:02:50.142" v="369" actId="1076"/>
        <pc:sldMkLst>
          <pc:docMk/>
          <pc:sldMk cId="982448874" sldId="6212"/>
        </pc:sldMkLst>
        <pc:spChg chg="mod">
          <ac:chgData name="HIDAYATHULLAH M (CRGL-THIRDPARTY.COM)" userId="96e56d11-4679-4de4-ba1c-663dfd039490" providerId="ADAL" clId="{43B52EBB-E8CD-A945-AF06-7F3EC8A55DBD}" dt="2024-05-14T12:52:30.592" v="339" actId="20577"/>
          <ac:spMkLst>
            <pc:docMk/>
            <pc:sldMk cId="982448874" sldId="6212"/>
            <ac:spMk id="2" creationId="{09A121A8-7C82-6C75-4AFE-F915BDBDE684}"/>
          </ac:spMkLst>
        </pc:spChg>
        <pc:spChg chg="add del">
          <ac:chgData name="HIDAYATHULLAH M (CRGL-THIRDPARTY.COM)" userId="96e56d11-4679-4de4-ba1c-663dfd039490" providerId="ADAL" clId="{43B52EBB-E8CD-A945-AF06-7F3EC8A55DBD}" dt="2024-05-14T12:37:09.993" v="83" actId="478"/>
          <ac:spMkLst>
            <pc:docMk/>
            <pc:sldMk cId="982448874" sldId="6212"/>
            <ac:spMk id="3" creationId="{22D436C9-347B-2220-9601-B994241894B9}"/>
          </ac:spMkLst>
        </pc:spChg>
        <pc:spChg chg="mod">
          <ac:chgData name="HIDAYATHULLAH M (CRGL-THIRDPARTY.COM)" userId="96e56d11-4679-4de4-ba1c-663dfd039490" providerId="ADAL" clId="{43B52EBB-E8CD-A945-AF06-7F3EC8A55DBD}" dt="2024-05-14T13:01:20.641" v="358" actId="20577"/>
          <ac:spMkLst>
            <pc:docMk/>
            <pc:sldMk cId="982448874" sldId="6212"/>
            <ac:spMk id="6" creationId="{B05D1575-D92C-60F4-2768-5AF55E785D49}"/>
          </ac:spMkLst>
        </pc:spChg>
        <pc:picChg chg="add del mod">
          <ac:chgData name="HIDAYATHULLAH M (CRGL-THIRDPARTY.COM)" userId="96e56d11-4679-4de4-ba1c-663dfd039490" providerId="ADAL" clId="{43B52EBB-E8CD-A945-AF06-7F3EC8A55DBD}" dt="2024-05-14T13:02:37.689" v="365" actId="478"/>
          <ac:picMkLst>
            <pc:docMk/>
            <pc:sldMk cId="982448874" sldId="6212"/>
            <ac:picMk id="4" creationId="{32FB447B-B2CB-4166-89A5-54EE42B90FFE}"/>
          </ac:picMkLst>
        </pc:picChg>
        <pc:picChg chg="add mod">
          <ac:chgData name="HIDAYATHULLAH M (CRGL-THIRDPARTY.COM)" userId="96e56d11-4679-4de4-ba1c-663dfd039490" providerId="ADAL" clId="{43B52EBB-E8CD-A945-AF06-7F3EC8A55DBD}" dt="2024-05-14T13:02:50.142" v="369" actId="1076"/>
          <ac:picMkLst>
            <pc:docMk/>
            <pc:sldMk cId="982448874" sldId="6212"/>
            <ac:picMk id="5" creationId="{88DC910F-85F4-EA95-FFC6-6489522DF24D}"/>
          </ac:picMkLst>
        </pc:picChg>
      </pc:sldChg>
      <pc:sldChg chg="del">
        <pc:chgData name="HIDAYATHULLAH M (CRGL-THIRDPARTY.COM)" userId="96e56d11-4679-4de4-ba1c-663dfd039490" providerId="ADAL" clId="{43B52EBB-E8CD-A945-AF06-7F3EC8A55DBD}" dt="2024-05-14T13:02:07.303" v="364" actId="2696"/>
        <pc:sldMkLst>
          <pc:docMk/>
          <pc:sldMk cId="1978243983" sldId="6213"/>
        </pc:sldMkLst>
      </pc:sldChg>
      <pc:sldChg chg="del">
        <pc:chgData name="HIDAYATHULLAH M (CRGL-THIRDPARTY.COM)" userId="96e56d11-4679-4de4-ba1c-663dfd039490" providerId="ADAL" clId="{43B52EBB-E8CD-A945-AF06-7F3EC8A55DBD}" dt="2024-05-14T13:01:54.189" v="359" actId="2696"/>
        <pc:sldMkLst>
          <pc:docMk/>
          <pc:sldMk cId="3567339429" sldId="6214"/>
        </pc:sldMkLst>
      </pc:sldChg>
      <pc:sldChg chg="del">
        <pc:chgData name="HIDAYATHULLAH M (CRGL-THIRDPARTY.COM)" userId="96e56d11-4679-4de4-ba1c-663dfd039490" providerId="ADAL" clId="{43B52EBB-E8CD-A945-AF06-7F3EC8A55DBD}" dt="2024-05-14T13:01:57.034" v="360" actId="2696"/>
        <pc:sldMkLst>
          <pc:docMk/>
          <pc:sldMk cId="474267640" sldId="6215"/>
        </pc:sldMkLst>
      </pc:sldChg>
      <pc:sldChg chg="del">
        <pc:chgData name="HIDAYATHULLAH M (CRGL-THIRDPARTY.COM)" userId="96e56d11-4679-4de4-ba1c-663dfd039490" providerId="ADAL" clId="{43B52EBB-E8CD-A945-AF06-7F3EC8A55DBD}" dt="2024-05-14T13:01:59.467" v="361" actId="2696"/>
        <pc:sldMkLst>
          <pc:docMk/>
          <pc:sldMk cId="269524738" sldId="6216"/>
        </pc:sldMkLst>
      </pc:sldChg>
      <pc:sldChg chg="del">
        <pc:chgData name="HIDAYATHULLAH M (CRGL-THIRDPARTY.COM)" userId="96e56d11-4679-4de4-ba1c-663dfd039490" providerId="ADAL" clId="{43B52EBB-E8CD-A945-AF06-7F3EC8A55DBD}" dt="2024-05-14T13:02:01.798" v="362" actId="2696"/>
        <pc:sldMkLst>
          <pc:docMk/>
          <pc:sldMk cId="1603305884" sldId="6217"/>
        </pc:sldMkLst>
      </pc:sldChg>
      <pc:sldChg chg="del">
        <pc:chgData name="HIDAYATHULLAH M (CRGL-THIRDPARTY.COM)" userId="96e56d11-4679-4de4-ba1c-663dfd039490" providerId="ADAL" clId="{43B52EBB-E8CD-A945-AF06-7F3EC8A55DBD}" dt="2024-05-14T13:02:04.422" v="363" actId="2696"/>
        <pc:sldMkLst>
          <pc:docMk/>
          <pc:sldMk cId="261995159" sldId="6218"/>
        </pc:sldMkLst>
      </pc:sldChg>
      <pc:sldMasterChg chg="delSldLayout">
        <pc:chgData name="HIDAYATHULLAH M (CRGL-THIRDPARTY.COM)" userId="96e56d11-4679-4de4-ba1c-663dfd039490" providerId="ADAL" clId="{43B52EBB-E8CD-A945-AF06-7F3EC8A55DBD}" dt="2024-05-14T13:03:29.372" v="375" actId="2696"/>
        <pc:sldMasterMkLst>
          <pc:docMk/>
          <pc:sldMasterMk cId="0" sldId="2147483712"/>
        </pc:sldMasterMkLst>
        <pc:sldLayoutChg chg="del">
          <pc:chgData name="HIDAYATHULLAH M (CRGL-THIRDPARTY.COM)" userId="96e56d11-4679-4de4-ba1c-663dfd039490" providerId="ADAL" clId="{43B52EBB-E8CD-A945-AF06-7F3EC8A55DBD}" dt="2024-05-14T13:03:20.136" v="371" actId="2696"/>
          <pc:sldLayoutMkLst>
            <pc:docMk/>
            <pc:sldMasterMk cId="0" sldId="2147483712"/>
            <pc:sldLayoutMk cId="1320182563" sldId="2147483733"/>
          </pc:sldLayoutMkLst>
        </pc:sldLayoutChg>
        <pc:sldLayoutChg chg="del">
          <pc:chgData name="HIDAYATHULLAH M (CRGL-THIRDPARTY.COM)" userId="96e56d11-4679-4de4-ba1c-663dfd039490" providerId="ADAL" clId="{43B52EBB-E8CD-A945-AF06-7F3EC8A55DBD}" dt="2024-05-14T13:03:29.372" v="375" actId="2696"/>
          <pc:sldLayoutMkLst>
            <pc:docMk/>
            <pc:sldMasterMk cId="0" sldId="2147483712"/>
            <pc:sldLayoutMk cId="1561579873" sldId="2147483734"/>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81338" cy="469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029075" y="0"/>
            <a:ext cx="3081338" cy="469900"/>
          </a:xfrm>
          <a:prstGeom prst="rect">
            <a:avLst/>
          </a:prstGeom>
        </p:spPr>
        <p:txBody>
          <a:bodyPr vert="horz" lIns="91440" tIns="45720" rIns="91440" bIns="45720" rtlCol="0"/>
          <a:lstStyle>
            <a:lvl1pPr algn="r">
              <a:defRPr sz="1200"/>
            </a:lvl1pPr>
          </a:lstStyle>
          <a:p>
            <a:fld id="{0D9E049A-D9D1-460F-8A1A-60DF25D523C8}" type="datetimeFigureOut">
              <a:rPr lang="en-US" smtClean="0"/>
              <a:pPr/>
              <a:t>5/14/24</a:t>
            </a:fld>
            <a:endParaRPr lang="en-US"/>
          </a:p>
        </p:txBody>
      </p:sp>
      <p:sp>
        <p:nvSpPr>
          <p:cNvPr id="4" name="Footer Placeholder 3"/>
          <p:cNvSpPr>
            <a:spLocks noGrp="1"/>
          </p:cNvSpPr>
          <p:nvPr>
            <p:ph type="ftr" sz="quarter" idx="2"/>
          </p:nvPr>
        </p:nvSpPr>
        <p:spPr>
          <a:xfrm>
            <a:off x="0" y="8926513"/>
            <a:ext cx="3081338" cy="4699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4029075" y="8926513"/>
            <a:ext cx="3081338" cy="469900"/>
          </a:xfrm>
          <a:prstGeom prst="rect">
            <a:avLst/>
          </a:prstGeom>
        </p:spPr>
        <p:txBody>
          <a:bodyPr vert="horz" lIns="91440" tIns="45720" rIns="91440" bIns="45720" rtlCol="0" anchor="b"/>
          <a:lstStyle>
            <a:lvl1pPr algn="r">
              <a:defRPr sz="1200"/>
            </a:lvl1pPr>
          </a:lstStyle>
          <a:p>
            <a:fld id="{496ADC6A-45E9-463C-A98A-636B2471CD0F}" type="slidenum">
              <a:rPr lang="en-US" smtClean="0"/>
              <a:pPr/>
              <a:t>‹#›</a:t>
            </a:fld>
            <a:endParaRPr lang="en-US"/>
          </a:p>
        </p:txBody>
      </p:sp>
    </p:spTree>
    <p:extLst>
      <p:ext uri="{BB962C8B-B14F-4D97-AF65-F5344CB8AC3E}">
        <p14:creationId xmlns:p14="http://schemas.microsoft.com/office/powerpoint/2010/main" val="35882114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81867" cy="469900"/>
          </a:xfrm>
          <a:prstGeom prst="rect">
            <a:avLst/>
          </a:prstGeom>
        </p:spPr>
        <p:txBody>
          <a:bodyPr vert="horz" lIns="94339" tIns="47169" rIns="94339" bIns="47169" rtlCol="0"/>
          <a:lstStyle>
            <a:lvl1pPr algn="l">
              <a:defRPr sz="1200"/>
            </a:lvl1pPr>
          </a:lstStyle>
          <a:p>
            <a:endParaRPr lang="en-US"/>
          </a:p>
        </p:txBody>
      </p:sp>
      <p:sp>
        <p:nvSpPr>
          <p:cNvPr id="3" name="Date Placeholder 2"/>
          <p:cNvSpPr>
            <a:spLocks noGrp="1"/>
          </p:cNvSpPr>
          <p:nvPr>
            <p:ph type="dt" idx="1"/>
          </p:nvPr>
        </p:nvSpPr>
        <p:spPr>
          <a:xfrm>
            <a:off x="4028487" y="0"/>
            <a:ext cx="3081867" cy="469900"/>
          </a:xfrm>
          <a:prstGeom prst="rect">
            <a:avLst/>
          </a:prstGeom>
        </p:spPr>
        <p:txBody>
          <a:bodyPr vert="horz" lIns="94339" tIns="47169" rIns="94339" bIns="47169" rtlCol="0"/>
          <a:lstStyle>
            <a:lvl1pPr algn="r">
              <a:defRPr sz="1200"/>
            </a:lvl1pPr>
          </a:lstStyle>
          <a:p>
            <a:fld id="{0A2B1D98-3241-4332-B451-3E2246617AEF}" type="datetimeFigureOut">
              <a:rPr lang="en-US" smtClean="0"/>
              <a:pPr/>
              <a:t>5/14/24</a:t>
            </a:fld>
            <a:endParaRPr lang="en-US"/>
          </a:p>
        </p:txBody>
      </p:sp>
      <p:sp>
        <p:nvSpPr>
          <p:cNvPr id="4" name="Slide Image Placeholder 3"/>
          <p:cNvSpPr>
            <a:spLocks noGrp="1" noRot="1" noChangeAspect="1"/>
          </p:cNvSpPr>
          <p:nvPr>
            <p:ph type="sldImg" idx="2"/>
          </p:nvPr>
        </p:nvSpPr>
        <p:spPr>
          <a:xfrm>
            <a:off x="423863" y="704850"/>
            <a:ext cx="6264275" cy="3524250"/>
          </a:xfrm>
          <a:prstGeom prst="rect">
            <a:avLst/>
          </a:prstGeom>
          <a:noFill/>
          <a:ln w="12700">
            <a:solidFill>
              <a:prstClr val="black"/>
            </a:solidFill>
          </a:ln>
        </p:spPr>
        <p:txBody>
          <a:bodyPr vert="horz" lIns="94339" tIns="47169" rIns="94339" bIns="47169" rtlCol="0" anchor="ctr"/>
          <a:lstStyle/>
          <a:p>
            <a:endParaRPr lang="en-US"/>
          </a:p>
        </p:txBody>
      </p:sp>
      <p:sp>
        <p:nvSpPr>
          <p:cNvPr id="5" name="Notes Placeholder 4"/>
          <p:cNvSpPr>
            <a:spLocks noGrp="1"/>
          </p:cNvSpPr>
          <p:nvPr>
            <p:ph type="body" sz="quarter" idx="3"/>
          </p:nvPr>
        </p:nvSpPr>
        <p:spPr>
          <a:xfrm>
            <a:off x="711200" y="4464050"/>
            <a:ext cx="5689600" cy="4229100"/>
          </a:xfrm>
          <a:prstGeom prst="rect">
            <a:avLst/>
          </a:prstGeom>
        </p:spPr>
        <p:txBody>
          <a:bodyPr vert="horz" lIns="94339" tIns="47169" rIns="94339" bIns="4716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26469"/>
            <a:ext cx="3081867" cy="469900"/>
          </a:xfrm>
          <a:prstGeom prst="rect">
            <a:avLst/>
          </a:prstGeom>
        </p:spPr>
        <p:txBody>
          <a:bodyPr vert="horz" lIns="94339" tIns="47169" rIns="94339" bIns="47169" rtlCol="0" anchor="b"/>
          <a:lstStyle>
            <a:lvl1pPr algn="l">
              <a:defRPr sz="1200"/>
            </a:lvl1pPr>
          </a:lstStyle>
          <a:p>
            <a:endParaRPr lang="en-US"/>
          </a:p>
        </p:txBody>
      </p:sp>
      <p:sp>
        <p:nvSpPr>
          <p:cNvPr id="7" name="Slide Number Placeholder 6"/>
          <p:cNvSpPr>
            <a:spLocks noGrp="1"/>
          </p:cNvSpPr>
          <p:nvPr>
            <p:ph type="sldNum" sz="quarter" idx="5"/>
          </p:nvPr>
        </p:nvSpPr>
        <p:spPr>
          <a:xfrm>
            <a:off x="4028487" y="8926469"/>
            <a:ext cx="3081867" cy="469900"/>
          </a:xfrm>
          <a:prstGeom prst="rect">
            <a:avLst/>
          </a:prstGeom>
        </p:spPr>
        <p:txBody>
          <a:bodyPr vert="horz" lIns="94339" tIns="47169" rIns="94339" bIns="47169" rtlCol="0" anchor="b"/>
          <a:lstStyle>
            <a:lvl1pPr algn="r">
              <a:defRPr sz="1200"/>
            </a:lvl1pPr>
          </a:lstStyle>
          <a:p>
            <a:fld id="{6C86B3DD-2330-4373-B48F-54137A3554FD}" type="slidenum">
              <a:rPr lang="en-US" smtClean="0"/>
              <a:pPr/>
              <a:t>‹#›</a:t>
            </a:fld>
            <a:endParaRPr lang="en-US"/>
          </a:p>
        </p:txBody>
      </p:sp>
    </p:spTree>
    <p:extLst>
      <p:ext uri="{BB962C8B-B14F-4D97-AF65-F5344CB8AC3E}">
        <p14:creationId xmlns:p14="http://schemas.microsoft.com/office/powerpoint/2010/main" val="1283612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R" dirty="0"/>
          </a:p>
        </p:txBody>
      </p:sp>
      <p:sp>
        <p:nvSpPr>
          <p:cNvPr id="4" name="Slide Number Placeholder 3"/>
          <p:cNvSpPr>
            <a:spLocks noGrp="1"/>
          </p:cNvSpPr>
          <p:nvPr>
            <p:ph type="sldNum" sz="quarter" idx="5"/>
          </p:nvPr>
        </p:nvSpPr>
        <p:spPr/>
        <p:txBody>
          <a:bodyPr/>
          <a:lstStyle/>
          <a:p>
            <a:fld id="{6C86B3DD-2330-4373-B48F-54137A3554FD}" type="slidenum">
              <a:rPr lang="en-US" smtClean="0"/>
              <a:pPr/>
              <a:t>2</a:t>
            </a:fld>
            <a:endParaRPr lang="en-US"/>
          </a:p>
        </p:txBody>
      </p:sp>
    </p:spTree>
    <p:extLst>
      <p:ext uri="{BB962C8B-B14F-4D97-AF65-F5344CB8AC3E}">
        <p14:creationId xmlns:p14="http://schemas.microsoft.com/office/powerpoint/2010/main" val="3933851999"/>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NoPhoto_Global IT_Blue">
    <p:spTree>
      <p:nvGrpSpPr>
        <p:cNvPr id="1" name=""/>
        <p:cNvGrpSpPr/>
        <p:nvPr/>
      </p:nvGrpSpPr>
      <p:grpSpPr>
        <a:xfrm>
          <a:off x="0" y="0"/>
          <a:ext cx="0" cy="0"/>
          <a:chOff x="0" y="0"/>
          <a:chExt cx="0" cy="0"/>
        </a:xfrm>
      </p:grpSpPr>
      <p:sp>
        <p:nvSpPr>
          <p:cNvPr id="15" name="Rectangle 14"/>
          <p:cNvSpPr/>
          <p:nvPr userDrawn="1"/>
        </p:nvSpPr>
        <p:spPr>
          <a:xfrm>
            <a:off x="0" y="66357"/>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ound Diagonal Corner Rectangle 10"/>
          <p:cNvSpPr/>
          <p:nvPr userDrawn="1"/>
        </p:nvSpPr>
        <p:spPr>
          <a:xfrm>
            <a:off x="306917" y="228600"/>
            <a:ext cx="11188397" cy="5711825"/>
          </a:xfrm>
          <a:prstGeom prst="round2DiagRect">
            <a:avLst>
              <a:gd name="adj1" fmla="val 0"/>
              <a:gd name="adj2" fmla="val 4027"/>
            </a:avLst>
          </a:prstGeom>
          <a:solidFill>
            <a:srgbClr val="005C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51" name="Picture 50"/>
          <p:cNvPicPr>
            <a:picLocks noChangeAspect="1"/>
          </p:cNvPicPr>
          <p:nvPr userDrawn="1"/>
        </p:nvPicPr>
        <p:blipFill rotWithShape="1">
          <a:blip r:embed="rId2">
            <a:alphaModFix amt="25000"/>
            <a:extLst>
              <a:ext uri="{28A0092B-C50C-407E-A947-70E740481C1C}">
                <a14:useLocalDpi xmlns:a14="http://schemas.microsoft.com/office/drawing/2010/main" val="0"/>
              </a:ext>
            </a:extLst>
          </a:blip>
          <a:srcRect r="42315" b="23171"/>
          <a:stretch/>
        </p:blipFill>
        <p:spPr>
          <a:xfrm>
            <a:off x="7595773" y="711200"/>
            <a:ext cx="3928635" cy="5232400"/>
          </a:xfrm>
          <a:prstGeom prst="rect">
            <a:avLst/>
          </a:prstGeom>
        </p:spPr>
      </p:pic>
      <p:sp>
        <p:nvSpPr>
          <p:cNvPr id="3" name="Subtitle 2"/>
          <p:cNvSpPr>
            <a:spLocks noGrp="1"/>
          </p:cNvSpPr>
          <p:nvPr>
            <p:ph type="subTitle" idx="1"/>
          </p:nvPr>
        </p:nvSpPr>
        <p:spPr bwMode="gray">
          <a:xfrm>
            <a:off x="987552" y="1170432"/>
            <a:ext cx="6705600" cy="1828800"/>
          </a:xfrm>
        </p:spPr>
        <p:txBody>
          <a:bodyPr lIns="0" tIns="0" rIns="0" bIns="0" anchor="t" anchorCtr="0">
            <a:noAutofit/>
          </a:bodyPr>
          <a:lstStyle>
            <a:lvl1pPr marL="0" indent="0" algn="l">
              <a:lnSpc>
                <a:spcPts val="6400"/>
              </a:lnSpc>
              <a:spcBef>
                <a:spcPts val="0"/>
              </a:spcBef>
              <a:buNone/>
              <a:defRPr sz="6000" b="1">
                <a:solidFill>
                  <a:schemeClr val="bg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4" name="Text Placeholder 13"/>
          <p:cNvSpPr>
            <a:spLocks noGrp="1"/>
          </p:cNvSpPr>
          <p:nvPr>
            <p:ph type="body" sz="quarter" idx="13"/>
          </p:nvPr>
        </p:nvSpPr>
        <p:spPr>
          <a:xfrm>
            <a:off x="306918" y="6354053"/>
            <a:ext cx="1438500" cy="293688"/>
          </a:xfrm>
        </p:spPr>
        <p:txBody>
          <a:bodyPr lIns="0" tIns="0" rIns="0" bIns="0" anchor="b">
            <a:noAutofit/>
          </a:bodyPr>
          <a:lstStyle>
            <a:lvl1pPr marL="0" indent="0">
              <a:spcBef>
                <a:spcPts val="0"/>
              </a:spcBef>
              <a:buNone/>
              <a:defRPr sz="1000" b="1"/>
            </a:lvl1pPr>
            <a:lvl2pPr>
              <a:defRPr sz="1100" b="1"/>
            </a:lvl2pPr>
            <a:lvl3pPr>
              <a:defRPr sz="1100" b="1"/>
            </a:lvl3pPr>
            <a:lvl4pPr>
              <a:defRPr sz="1100" b="1"/>
            </a:lvl4pPr>
            <a:lvl5pPr>
              <a:defRPr sz="1100" b="1"/>
            </a:lvl5pPr>
          </a:lstStyle>
          <a:p>
            <a:pPr lvl="0"/>
            <a:r>
              <a:rPr lang="en-US"/>
              <a:t>Click to edit Master text styles</a:t>
            </a:r>
          </a:p>
        </p:txBody>
      </p:sp>
      <p:pic>
        <p:nvPicPr>
          <p:cNvPr id="18" name="Picture 17" descr="Cargill_graphics-02.png"/>
          <p:cNvPicPr>
            <a:picLocks noChangeAspect="1"/>
          </p:cNvPicPr>
          <p:nvPr userDrawn="1"/>
        </p:nvPicPr>
        <p:blipFill>
          <a:blip r:embed="rId3" cstate="print"/>
          <a:stretch>
            <a:fillRect/>
          </a:stretch>
        </p:blipFill>
        <p:spPr>
          <a:xfrm>
            <a:off x="10439549" y="6187350"/>
            <a:ext cx="1146048" cy="512064"/>
          </a:xfrm>
          <a:prstGeom prst="rect">
            <a:avLst/>
          </a:prstGeom>
        </p:spPr>
      </p:pic>
      <p:sp>
        <p:nvSpPr>
          <p:cNvPr id="22" name="TextBox 21"/>
          <p:cNvSpPr txBox="1"/>
          <p:nvPr userDrawn="1"/>
        </p:nvSpPr>
        <p:spPr>
          <a:xfrm>
            <a:off x="1969932" y="6510643"/>
            <a:ext cx="4441373" cy="143629"/>
          </a:xfrm>
          <a:prstGeom prst="rect">
            <a:avLst/>
          </a:prstGeom>
          <a:noFill/>
        </p:spPr>
        <p:txBody>
          <a:bodyPr wrap="square" lIns="0" tIns="0" rIns="0" bIns="0"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700" kern="1200" baseline="30000" dirty="0">
                <a:solidFill>
                  <a:srgbClr val="959595"/>
                </a:solidFill>
                <a:latin typeface="+mn-lt"/>
                <a:ea typeface="+mn-ea"/>
                <a:cs typeface="+mn-cs"/>
              </a:rPr>
              <a:t>CONFIDENTIAL. This document contains trade secret information. Disclosure, use or reproduction outside Cargill or inside Cargill, to or by those employees who do not have a need to know is prohibited except as authorized by Cargill in writing.</a:t>
            </a:r>
          </a:p>
        </p:txBody>
      </p:sp>
      <p:sp>
        <p:nvSpPr>
          <p:cNvPr id="21" name="Text Placeholder 20"/>
          <p:cNvSpPr>
            <a:spLocks noGrp="1"/>
          </p:cNvSpPr>
          <p:nvPr>
            <p:ph type="body" sz="quarter" idx="16"/>
          </p:nvPr>
        </p:nvSpPr>
        <p:spPr bwMode="gray">
          <a:xfrm>
            <a:off x="987552" y="3745082"/>
            <a:ext cx="6705600" cy="914400"/>
          </a:xfrm>
        </p:spPr>
        <p:txBody>
          <a:bodyPr tIns="0" bIns="0">
            <a:noAutofit/>
          </a:bodyPr>
          <a:lstStyle>
            <a:lvl1pPr>
              <a:lnSpc>
                <a:spcPts val="3000"/>
              </a:lnSpc>
              <a:buFontTx/>
              <a:buNone/>
              <a:defRPr sz="2400" b="1" baseline="0">
                <a:solidFill>
                  <a:schemeClr val="bg1"/>
                </a:solidFill>
                <a:latin typeface="+mn-lt"/>
              </a:defRPr>
            </a:lvl1pPr>
            <a:lvl5pPr>
              <a:defRPr/>
            </a:lvl5pPr>
          </a:lstStyle>
          <a:p>
            <a:pPr lvl="0"/>
            <a:r>
              <a:rPr lang="en-US"/>
              <a:t>Click to edit Master text styles</a:t>
            </a:r>
          </a:p>
        </p:txBody>
      </p:sp>
      <p:pic>
        <p:nvPicPr>
          <p:cNvPr id="31" name="Picture 30"/>
          <p:cNvPicPr>
            <a:picLocks noChangeAspect="1"/>
          </p:cNvPicPr>
          <p:nvPr userDrawn="1"/>
        </p:nvPicPr>
        <p:blipFill>
          <a:blip r:embed="rId4" cstate="print">
            <a:alphaModFix amt="74000"/>
            <a:extLst>
              <a:ext uri="{28A0092B-C50C-407E-A947-70E740481C1C}">
                <a14:useLocalDpi xmlns:a14="http://schemas.microsoft.com/office/drawing/2010/main" val="0"/>
              </a:ext>
            </a:extLst>
          </a:blip>
          <a:stretch>
            <a:fillRect/>
          </a:stretch>
        </p:blipFill>
        <p:spPr>
          <a:xfrm>
            <a:off x="987551" y="5185406"/>
            <a:ext cx="3234690" cy="441960"/>
          </a:xfrm>
          <a:prstGeom prst="rect">
            <a:avLst/>
          </a:prstGeom>
        </p:spPr>
      </p:pic>
      <p:grpSp>
        <p:nvGrpSpPr>
          <p:cNvPr id="6" name="Group 5"/>
          <p:cNvGrpSpPr/>
          <p:nvPr userDrawn="1"/>
        </p:nvGrpSpPr>
        <p:grpSpPr>
          <a:xfrm>
            <a:off x="11028752" y="531814"/>
            <a:ext cx="914400" cy="914400"/>
            <a:chOff x="11032820" y="482228"/>
            <a:chExt cx="914400" cy="914400"/>
          </a:xfrm>
        </p:grpSpPr>
        <p:sp>
          <p:nvSpPr>
            <p:cNvPr id="2" name="Oval 1"/>
            <p:cNvSpPr>
              <a:spLocks/>
            </p:cNvSpPr>
            <p:nvPr userDrawn="1"/>
          </p:nvSpPr>
          <p:spPr>
            <a:xfrm>
              <a:off x="11032820" y="482228"/>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 name="Group 4"/>
            <p:cNvGrpSpPr/>
            <p:nvPr userDrawn="1"/>
          </p:nvGrpSpPr>
          <p:grpSpPr>
            <a:xfrm>
              <a:off x="11097667" y="547075"/>
              <a:ext cx="784707" cy="784707"/>
              <a:chOff x="11107807" y="549712"/>
              <a:chExt cx="784707" cy="784707"/>
            </a:xfrm>
          </p:grpSpPr>
          <p:sp>
            <p:nvSpPr>
              <p:cNvPr id="32" name="Oval 31"/>
              <p:cNvSpPr/>
              <p:nvPr userDrawn="1"/>
            </p:nvSpPr>
            <p:spPr>
              <a:xfrm>
                <a:off x="11107807" y="549712"/>
                <a:ext cx="784707" cy="784707"/>
              </a:xfrm>
              <a:prstGeom prst="ellipse">
                <a:avLst/>
              </a:prstGeom>
              <a:solidFill>
                <a:schemeClr val="bg1"/>
              </a:solidFill>
              <a:ln>
                <a:solidFill>
                  <a:srgbClr val="1E9D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3" name="Picture 32"/>
              <p:cNvPicPr>
                <a:picLocks noChangeAspect="1"/>
              </p:cNvPicPr>
              <p:nvPr userDrawn="1"/>
            </p:nvPicPr>
            <p:blipFill rotWithShape="1">
              <a:blip r:embed="rId5" cstate="print">
                <a:extLst>
                  <a:ext uri="{28A0092B-C50C-407E-A947-70E740481C1C}">
                    <a14:useLocalDpi xmlns:a14="http://schemas.microsoft.com/office/drawing/2010/main" val="0"/>
                  </a:ext>
                </a:extLst>
              </a:blip>
              <a:srcRect l="6766" t="8223" r="8340" b="8559"/>
              <a:stretch/>
            </p:blipFill>
            <p:spPr>
              <a:xfrm>
                <a:off x="11145716" y="596348"/>
                <a:ext cx="688609" cy="669235"/>
              </a:xfrm>
              <a:prstGeom prst="ellipse">
                <a:avLst/>
              </a:prstGeom>
            </p:spPr>
          </p:pic>
        </p:grpSp>
      </p:grpSp>
      <p:grpSp>
        <p:nvGrpSpPr>
          <p:cNvPr id="8" name="Group 7"/>
          <p:cNvGrpSpPr/>
          <p:nvPr userDrawn="1"/>
        </p:nvGrpSpPr>
        <p:grpSpPr>
          <a:xfrm>
            <a:off x="11028752" y="1532318"/>
            <a:ext cx="914400" cy="914400"/>
            <a:chOff x="11022653" y="1385030"/>
            <a:chExt cx="914400" cy="914400"/>
          </a:xfrm>
        </p:grpSpPr>
        <p:sp>
          <p:nvSpPr>
            <p:cNvPr id="42" name="Oval 41"/>
            <p:cNvSpPr>
              <a:spLocks/>
            </p:cNvSpPr>
            <p:nvPr userDrawn="1"/>
          </p:nvSpPr>
          <p:spPr>
            <a:xfrm>
              <a:off x="11022653" y="1385030"/>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3"/>
            <p:cNvGrpSpPr/>
            <p:nvPr userDrawn="1"/>
          </p:nvGrpSpPr>
          <p:grpSpPr>
            <a:xfrm>
              <a:off x="11087500" y="1449877"/>
              <a:ext cx="784707" cy="784707"/>
              <a:chOff x="11104837" y="1451636"/>
              <a:chExt cx="784707" cy="784707"/>
            </a:xfrm>
          </p:grpSpPr>
          <p:sp>
            <p:nvSpPr>
              <p:cNvPr id="36" name="Oval 35"/>
              <p:cNvSpPr/>
              <p:nvPr userDrawn="1"/>
            </p:nvSpPr>
            <p:spPr>
              <a:xfrm>
                <a:off x="11104837" y="1451636"/>
                <a:ext cx="784707" cy="784707"/>
              </a:xfrm>
              <a:prstGeom prst="ellipse">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7" name="Picture 36"/>
              <p:cNvPicPr>
                <a:picLocks noChangeAspect="1"/>
              </p:cNvPicPr>
              <p:nvPr userDrawn="1"/>
            </p:nvPicPr>
            <p:blipFill rotWithShape="1">
              <a:blip r:embed="rId6" cstate="print">
                <a:extLst>
                  <a:ext uri="{28A0092B-C50C-407E-A947-70E740481C1C}">
                    <a14:useLocalDpi xmlns:a14="http://schemas.microsoft.com/office/drawing/2010/main" val="0"/>
                  </a:ext>
                </a:extLst>
              </a:blip>
              <a:srcRect l="10210" t="11521" r="11520" b="10209"/>
              <a:stretch/>
            </p:blipFill>
            <p:spPr>
              <a:xfrm>
                <a:off x="11173053" y="1512208"/>
                <a:ext cx="648273" cy="642732"/>
              </a:xfrm>
              <a:prstGeom prst="ellipse">
                <a:avLst/>
              </a:prstGeom>
            </p:spPr>
          </p:pic>
        </p:grpSp>
      </p:grpSp>
      <p:grpSp>
        <p:nvGrpSpPr>
          <p:cNvPr id="50" name="Group 49"/>
          <p:cNvGrpSpPr/>
          <p:nvPr userDrawn="1"/>
        </p:nvGrpSpPr>
        <p:grpSpPr>
          <a:xfrm>
            <a:off x="11028752" y="2515610"/>
            <a:ext cx="914400" cy="914400"/>
            <a:chOff x="11028752" y="2515610"/>
            <a:chExt cx="914400" cy="914400"/>
          </a:xfrm>
        </p:grpSpPr>
        <p:sp>
          <p:nvSpPr>
            <p:cNvPr id="43" name="Oval 42"/>
            <p:cNvSpPr>
              <a:spLocks/>
            </p:cNvSpPr>
            <p:nvPr userDrawn="1"/>
          </p:nvSpPr>
          <p:spPr>
            <a:xfrm>
              <a:off x="11028752" y="2515610"/>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Group 8"/>
            <p:cNvGrpSpPr/>
            <p:nvPr userDrawn="1"/>
          </p:nvGrpSpPr>
          <p:grpSpPr>
            <a:xfrm>
              <a:off x="11093599" y="2581594"/>
              <a:ext cx="784707" cy="784707"/>
              <a:chOff x="11104837" y="2920600"/>
              <a:chExt cx="784707" cy="784707"/>
            </a:xfrm>
          </p:grpSpPr>
          <p:sp>
            <p:nvSpPr>
              <p:cNvPr id="38" name="Oval 37"/>
              <p:cNvSpPr/>
              <p:nvPr userDrawn="1"/>
            </p:nvSpPr>
            <p:spPr>
              <a:xfrm>
                <a:off x="11104837" y="2920600"/>
                <a:ext cx="784707" cy="784707"/>
              </a:xfrm>
              <a:prstGeom prst="ellipse">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9" name="Picture 38"/>
              <p:cNvPicPr>
                <a:picLocks noChangeAspect="1"/>
              </p:cNvPicPr>
              <p:nvPr userDrawn="1"/>
            </p:nvPicPr>
            <p:blipFill rotWithShape="1">
              <a:blip r:embed="rId7" cstate="print">
                <a:extLst>
                  <a:ext uri="{28A0092B-C50C-407E-A947-70E740481C1C}">
                    <a14:useLocalDpi xmlns:a14="http://schemas.microsoft.com/office/drawing/2010/main" val="0"/>
                  </a:ext>
                </a:extLst>
              </a:blip>
              <a:srcRect l="6938" t="7355" r="7355" b="6938"/>
              <a:stretch/>
            </p:blipFill>
            <p:spPr>
              <a:xfrm>
                <a:off x="11152342" y="2951619"/>
                <a:ext cx="699558" cy="699558"/>
              </a:xfrm>
              <a:prstGeom prst="ellipse">
                <a:avLst/>
              </a:prstGeom>
            </p:spPr>
          </p:pic>
        </p:grpSp>
      </p:grpSp>
      <p:grpSp>
        <p:nvGrpSpPr>
          <p:cNvPr id="48" name="Group 47"/>
          <p:cNvGrpSpPr/>
          <p:nvPr userDrawn="1"/>
        </p:nvGrpSpPr>
        <p:grpSpPr>
          <a:xfrm>
            <a:off x="11028752" y="3495357"/>
            <a:ext cx="914400" cy="914400"/>
            <a:chOff x="11097267" y="3495357"/>
            <a:chExt cx="914400" cy="914400"/>
          </a:xfrm>
        </p:grpSpPr>
        <p:sp>
          <p:nvSpPr>
            <p:cNvPr id="44" name="Oval 43"/>
            <p:cNvSpPr>
              <a:spLocks/>
            </p:cNvSpPr>
            <p:nvPr userDrawn="1"/>
          </p:nvSpPr>
          <p:spPr>
            <a:xfrm>
              <a:off x="11097267" y="3495357"/>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6" name="Group 45"/>
            <p:cNvGrpSpPr/>
            <p:nvPr userDrawn="1"/>
          </p:nvGrpSpPr>
          <p:grpSpPr>
            <a:xfrm>
              <a:off x="11162114" y="3560204"/>
              <a:ext cx="784707" cy="784707"/>
              <a:chOff x="11098899" y="3886269"/>
              <a:chExt cx="784707" cy="784707"/>
            </a:xfrm>
          </p:grpSpPr>
          <p:sp>
            <p:nvSpPr>
              <p:cNvPr id="34" name="Oval 33"/>
              <p:cNvSpPr/>
              <p:nvPr userDrawn="1"/>
            </p:nvSpPr>
            <p:spPr>
              <a:xfrm>
                <a:off x="11098899" y="3886269"/>
                <a:ext cx="784707" cy="784707"/>
              </a:xfrm>
              <a:prstGeom prst="ellipse">
                <a:avLst/>
              </a:prstGeom>
              <a:solidFill>
                <a:schemeClr val="bg1"/>
              </a:solidFill>
              <a:ln>
                <a:solidFill>
                  <a:srgbClr val="007A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5" name="Picture 34"/>
              <p:cNvPicPr>
                <a:picLocks noChangeAspect="1"/>
              </p:cNvPicPr>
              <p:nvPr userDrawn="1"/>
            </p:nvPicPr>
            <p:blipFill rotWithShape="1">
              <a:blip r:embed="rId8" cstate="print">
                <a:extLst>
                  <a:ext uri="{28A0092B-C50C-407E-A947-70E740481C1C}">
                    <a14:useLocalDpi xmlns:a14="http://schemas.microsoft.com/office/drawing/2010/main" val="0"/>
                  </a:ext>
                </a:extLst>
              </a:blip>
              <a:srcRect l="8975" t="7055" r="7055" b="8974"/>
              <a:stretch/>
            </p:blipFill>
            <p:spPr>
              <a:xfrm>
                <a:off x="11146724" y="3920542"/>
                <a:ext cx="705176" cy="699148"/>
              </a:xfrm>
              <a:prstGeom prst="ellipse">
                <a:avLst/>
              </a:prstGeom>
            </p:spPr>
          </p:pic>
        </p:grpSp>
      </p:grpSp>
      <p:grpSp>
        <p:nvGrpSpPr>
          <p:cNvPr id="49" name="Group 48"/>
          <p:cNvGrpSpPr/>
          <p:nvPr userDrawn="1"/>
        </p:nvGrpSpPr>
        <p:grpSpPr>
          <a:xfrm>
            <a:off x="11028752" y="4474604"/>
            <a:ext cx="914400" cy="914400"/>
            <a:chOff x="11017515" y="4474604"/>
            <a:chExt cx="914400" cy="914400"/>
          </a:xfrm>
        </p:grpSpPr>
        <p:sp>
          <p:nvSpPr>
            <p:cNvPr id="45" name="Oval 44"/>
            <p:cNvSpPr>
              <a:spLocks/>
            </p:cNvSpPr>
            <p:nvPr userDrawn="1"/>
          </p:nvSpPr>
          <p:spPr>
            <a:xfrm>
              <a:off x="11017515" y="4474604"/>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7" name="Group 46"/>
            <p:cNvGrpSpPr/>
            <p:nvPr userDrawn="1"/>
          </p:nvGrpSpPr>
          <p:grpSpPr>
            <a:xfrm>
              <a:off x="11082362" y="4539451"/>
              <a:ext cx="784707" cy="784707"/>
              <a:chOff x="11090840" y="4785932"/>
              <a:chExt cx="784707" cy="784707"/>
            </a:xfrm>
          </p:grpSpPr>
          <p:sp>
            <p:nvSpPr>
              <p:cNvPr id="40" name="Oval 39"/>
              <p:cNvSpPr/>
              <p:nvPr userDrawn="1"/>
            </p:nvSpPr>
            <p:spPr>
              <a:xfrm>
                <a:off x="11090840" y="4785932"/>
                <a:ext cx="784707" cy="784707"/>
              </a:xfrm>
              <a:prstGeom prst="ellipse">
                <a:avLst/>
              </a:prstGeom>
              <a:solidFill>
                <a:schemeClr val="bg1"/>
              </a:solidFill>
              <a:ln>
                <a:solidFill>
                  <a:srgbClr val="1E9D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1" name="Picture 40"/>
              <p:cNvPicPr>
                <a:picLocks noChangeAspect="1"/>
              </p:cNvPicPr>
              <p:nvPr userDrawn="1"/>
            </p:nvPicPr>
            <p:blipFill rotWithShape="1">
              <a:blip r:embed="rId9" cstate="print">
                <a:extLst>
                  <a:ext uri="{28A0092B-C50C-407E-A947-70E740481C1C}">
                    <a14:useLocalDpi xmlns:a14="http://schemas.microsoft.com/office/drawing/2010/main" val="0"/>
                  </a:ext>
                </a:extLst>
              </a:blip>
              <a:srcRect l="5796" t="4796" r="4796" b="5796"/>
              <a:stretch/>
            </p:blipFill>
            <p:spPr>
              <a:xfrm>
                <a:off x="11111147" y="4802946"/>
                <a:ext cx="744093" cy="750679"/>
              </a:xfrm>
              <a:prstGeom prst="ellipse">
                <a:avLst/>
              </a:prstGeom>
            </p:spPr>
          </p:pic>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reakerLarge_Global IT_Blue">
    <p:spTree>
      <p:nvGrpSpPr>
        <p:cNvPr id="1" name=""/>
        <p:cNvGrpSpPr/>
        <p:nvPr/>
      </p:nvGrpSpPr>
      <p:grpSpPr>
        <a:xfrm>
          <a:off x="0" y="0"/>
          <a:ext cx="0" cy="0"/>
          <a:chOff x="0" y="0"/>
          <a:chExt cx="0" cy="0"/>
        </a:xfrm>
      </p:grpSpPr>
      <p:sp>
        <p:nvSpPr>
          <p:cNvPr id="6" name="Round Diagonal Corner Rectangle 5"/>
          <p:cNvSpPr/>
          <p:nvPr userDrawn="1"/>
        </p:nvSpPr>
        <p:spPr>
          <a:xfrm>
            <a:off x="306917" y="228601"/>
            <a:ext cx="11582400" cy="5486400"/>
          </a:xfrm>
          <a:prstGeom prst="round2DiagRect">
            <a:avLst>
              <a:gd name="adj1" fmla="val 0"/>
              <a:gd name="adj2" fmla="val 3917"/>
            </a:avLst>
          </a:prstGeom>
          <a:solidFill>
            <a:srgbClr val="005C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dirty="0">
              <a:solidFill>
                <a:srgbClr val="5B8F22"/>
              </a:solidFill>
              <a:latin typeface="+mj-lt"/>
            </a:endParaRPr>
          </a:p>
        </p:txBody>
      </p:sp>
      <p:sp>
        <p:nvSpPr>
          <p:cNvPr id="2" name="Title 1"/>
          <p:cNvSpPr>
            <a:spLocks noGrp="1"/>
          </p:cNvSpPr>
          <p:nvPr>
            <p:ph type="title"/>
          </p:nvPr>
        </p:nvSpPr>
        <p:spPr bwMode="gray">
          <a:xfrm>
            <a:off x="987552" y="1847088"/>
            <a:ext cx="9899904" cy="2340864"/>
          </a:xfrm>
        </p:spPr>
        <p:txBody>
          <a:bodyPr/>
          <a:lstStyle>
            <a:lvl1pPr>
              <a:lnSpc>
                <a:spcPts val="6300"/>
              </a:lnSpc>
              <a:defRPr sz="6000">
                <a:solidFill>
                  <a:schemeClr val="bg1"/>
                </a:solidFill>
              </a:defRPr>
            </a:lvl1pPr>
          </a:lstStyle>
          <a:p>
            <a:r>
              <a:rPr lang="en-US"/>
              <a:t>Click to edit Master title style</a:t>
            </a:r>
            <a:endParaRPr lang="en-US" dirty="0"/>
          </a:p>
        </p:txBody>
      </p:sp>
      <p:pic>
        <p:nvPicPr>
          <p:cNvPr id="22" name="Picture 21"/>
          <p:cNvPicPr>
            <a:picLocks noChangeAspect="1"/>
          </p:cNvPicPr>
          <p:nvPr/>
        </p:nvPicPr>
        <p:blipFill>
          <a:blip r:embed="rId2" cstate="print">
            <a:alphaModFix amt="74000"/>
            <a:extLst>
              <a:ext uri="{28A0092B-C50C-407E-A947-70E740481C1C}">
                <a14:useLocalDpi xmlns:a14="http://schemas.microsoft.com/office/drawing/2010/main" val="0"/>
              </a:ext>
            </a:extLst>
          </a:blip>
          <a:stretch>
            <a:fillRect/>
          </a:stretch>
        </p:blipFill>
        <p:spPr>
          <a:xfrm>
            <a:off x="6204240" y="6409551"/>
            <a:ext cx="3126867" cy="427228"/>
          </a:xfrm>
          <a:prstGeom prst="rect">
            <a:avLst/>
          </a:prstGeom>
        </p:spPr>
      </p:pic>
      <p:sp>
        <p:nvSpPr>
          <p:cNvPr id="21" name="Slide Number Placeholder 4"/>
          <p:cNvSpPr>
            <a:spLocks noGrp="1"/>
          </p:cNvSpPr>
          <p:nvPr userDrawn="1">
            <p:ph type="sldNum" sz="quarter" idx="4"/>
          </p:nvPr>
        </p:nvSpPr>
        <p:spPr>
          <a:xfrm>
            <a:off x="11357811" y="6460525"/>
            <a:ext cx="603183" cy="234133"/>
          </a:xfrm>
          <a:prstGeom prst="rect">
            <a:avLst/>
          </a:prstGeom>
        </p:spPr>
        <p:txBody>
          <a:bodyPr/>
          <a:lstStyle>
            <a:lvl1pPr>
              <a:defRPr sz="1050">
                <a:solidFill>
                  <a:schemeClr val="bg1"/>
                </a:solidFill>
              </a:defRPr>
            </a:lvl1pPr>
          </a:lstStyle>
          <a:p>
            <a:fld id="{8A480109-43AB-EE45-95D5-106F2E9FB1AA}" type="slidenum">
              <a:rPr lang="en-US" smtClean="0"/>
              <a:pPr/>
              <a:t>‹#›</a:t>
            </a:fld>
            <a:endParaRPr lang="en-US" dirty="0"/>
          </a:p>
        </p:txBody>
      </p:sp>
      <p:grpSp>
        <p:nvGrpSpPr>
          <p:cNvPr id="98" name="Group 97"/>
          <p:cNvGrpSpPr/>
          <p:nvPr userDrawn="1"/>
        </p:nvGrpSpPr>
        <p:grpSpPr>
          <a:xfrm>
            <a:off x="1689244" y="5862562"/>
            <a:ext cx="789734" cy="789734"/>
            <a:chOff x="11032820" y="482228"/>
            <a:chExt cx="914400" cy="914400"/>
          </a:xfrm>
        </p:grpSpPr>
        <p:sp>
          <p:nvSpPr>
            <p:cNvPr id="99" name="Oval 98"/>
            <p:cNvSpPr>
              <a:spLocks/>
            </p:cNvSpPr>
            <p:nvPr userDrawn="1"/>
          </p:nvSpPr>
          <p:spPr>
            <a:xfrm>
              <a:off x="11032820" y="482228"/>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0" name="Group 99"/>
            <p:cNvGrpSpPr/>
            <p:nvPr userDrawn="1"/>
          </p:nvGrpSpPr>
          <p:grpSpPr>
            <a:xfrm>
              <a:off x="11097667" y="547075"/>
              <a:ext cx="784707" cy="784707"/>
              <a:chOff x="11107807" y="549712"/>
              <a:chExt cx="784707" cy="784707"/>
            </a:xfrm>
          </p:grpSpPr>
          <p:sp>
            <p:nvSpPr>
              <p:cNvPr id="101" name="Oval 100"/>
              <p:cNvSpPr/>
              <p:nvPr userDrawn="1"/>
            </p:nvSpPr>
            <p:spPr>
              <a:xfrm>
                <a:off x="11107807" y="549712"/>
                <a:ext cx="784707" cy="784707"/>
              </a:xfrm>
              <a:prstGeom prst="ellipse">
                <a:avLst/>
              </a:prstGeom>
              <a:solidFill>
                <a:schemeClr val="bg1"/>
              </a:solidFill>
              <a:ln>
                <a:solidFill>
                  <a:srgbClr val="1E9D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 name="Picture 101"/>
              <p:cNvPicPr>
                <a:picLocks noChangeAspect="1"/>
              </p:cNvPicPr>
              <p:nvPr userDrawn="1"/>
            </p:nvPicPr>
            <p:blipFill rotWithShape="1">
              <a:blip r:embed="rId3" cstate="print">
                <a:extLst>
                  <a:ext uri="{28A0092B-C50C-407E-A947-70E740481C1C}">
                    <a14:useLocalDpi xmlns:a14="http://schemas.microsoft.com/office/drawing/2010/main" val="0"/>
                  </a:ext>
                </a:extLst>
              </a:blip>
              <a:srcRect l="6766" t="8223" r="8340" b="8559"/>
              <a:stretch/>
            </p:blipFill>
            <p:spPr>
              <a:xfrm>
                <a:off x="11145716" y="596348"/>
                <a:ext cx="688609" cy="669235"/>
              </a:xfrm>
              <a:prstGeom prst="ellipse">
                <a:avLst/>
              </a:prstGeom>
            </p:spPr>
          </p:pic>
        </p:grpSp>
      </p:grpSp>
      <p:grpSp>
        <p:nvGrpSpPr>
          <p:cNvPr id="103" name="Group 102"/>
          <p:cNvGrpSpPr/>
          <p:nvPr userDrawn="1"/>
        </p:nvGrpSpPr>
        <p:grpSpPr>
          <a:xfrm>
            <a:off x="2535598" y="5862562"/>
            <a:ext cx="789734" cy="789734"/>
            <a:chOff x="11022653" y="1385030"/>
            <a:chExt cx="914400" cy="914400"/>
          </a:xfrm>
        </p:grpSpPr>
        <p:sp>
          <p:nvSpPr>
            <p:cNvPr id="104" name="Oval 103"/>
            <p:cNvSpPr>
              <a:spLocks/>
            </p:cNvSpPr>
            <p:nvPr userDrawn="1"/>
          </p:nvSpPr>
          <p:spPr>
            <a:xfrm>
              <a:off x="11022653" y="1385030"/>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5" name="Group 104"/>
            <p:cNvGrpSpPr/>
            <p:nvPr userDrawn="1"/>
          </p:nvGrpSpPr>
          <p:grpSpPr>
            <a:xfrm>
              <a:off x="11087500" y="1449877"/>
              <a:ext cx="784707" cy="784707"/>
              <a:chOff x="11104837" y="1451636"/>
              <a:chExt cx="784707" cy="784707"/>
            </a:xfrm>
          </p:grpSpPr>
          <p:sp>
            <p:nvSpPr>
              <p:cNvPr id="106" name="Oval 105"/>
              <p:cNvSpPr/>
              <p:nvPr userDrawn="1"/>
            </p:nvSpPr>
            <p:spPr>
              <a:xfrm>
                <a:off x="11104837" y="1451636"/>
                <a:ext cx="784707" cy="784707"/>
              </a:xfrm>
              <a:prstGeom prst="ellipse">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7" name="Picture 106"/>
              <p:cNvPicPr>
                <a:picLocks noChangeAspect="1"/>
              </p:cNvPicPr>
              <p:nvPr userDrawn="1"/>
            </p:nvPicPr>
            <p:blipFill rotWithShape="1">
              <a:blip r:embed="rId4" cstate="print">
                <a:extLst>
                  <a:ext uri="{28A0092B-C50C-407E-A947-70E740481C1C}">
                    <a14:useLocalDpi xmlns:a14="http://schemas.microsoft.com/office/drawing/2010/main" val="0"/>
                  </a:ext>
                </a:extLst>
              </a:blip>
              <a:srcRect l="10210" t="11521" r="11520" b="10209"/>
              <a:stretch/>
            </p:blipFill>
            <p:spPr>
              <a:xfrm>
                <a:off x="11173053" y="1512208"/>
                <a:ext cx="648273" cy="642732"/>
              </a:xfrm>
              <a:prstGeom prst="ellipse">
                <a:avLst/>
              </a:prstGeom>
            </p:spPr>
          </p:pic>
        </p:grpSp>
      </p:grpSp>
      <p:grpSp>
        <p:nvGrpSpPr>
          <p:cNvPr id="108" name="Group 107"/>
          <p:cNvGrpSpPr/>
          <p:nvPr userDrawn="1"/>
        </p:nvGrpSpPr>
        <p:grpSpPr>
          <a:xfrm>
            <a:off x="3389201" y="5862562"/>
            <a:ext cx="789734" cy="789734"/>
            <a:chOff x="11028752" y="2515610"/>
            <a:chExt cx="914400" cy="914400"/>
          </a:xfrm>
        </p:grpSpPr>
        <p:sp>
          <p:nvSpPr>
            <p:cNvPr id="109" name="Oval 108"/>
            <p:cNvSpPr>
              <a:spLocks/>
            </p:cNvSpPr>
            <p:nvPr userDrawn="1"/>
          </p:nvSpPr>
          <p:spPr>
            <a:xfrm>
              <a:off x="11028752" y="2515610"/>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0" name="Group 109"/>
            <p:cNvGrpSpPr/>
            <p:nvPr userDrawn="1"/>
          </p:nvGrpSpPr>
          <p:grpSpPr>
            <a:xfrm>
              <a:off x="11093599" y="2581594"/>
              <a:ext cx="784707" cy="784707"/>
              <a:chOff x="11104837" y="2920600"/>
              <a:chExt cx="784707" cy="784707"/>
            </a:xfrm>
          </p:grpSpPr>
          <p:sp>
            <p:nvSpPr>
              <p:cNvPr id="111" name="Oval 110"/>
              <p:cNvSpPr/>
              <p:nvPr userDrawn="1"/>
            </p:nvSpPr>
            <p:spPr>
              <a:xfrm>
                <a:off x="11104837" y="2920600"/>
                <a:ext cx="784707" cy="784707"/>
              </a:xfrm>
              <a:prstGeom prst="ellipse">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2" name="Picture 111"/>
              <p:cNvPicPr>
                <a:picLocks noChangeAspect="1"/>
              </p:cNvPicPr>
              <p:nvPr userDrawn="1"/>
            </p:nvPicPr>
            <p:blipFill rotWithShape="1">
              <a:blip r:embed="rId5" cstate="print">
                <a:extLst>
                  <a:ext uri="{28A0092B-C50C-407E-A947-70E740481C1C}">
                    <a14:useLocalDpi xmlns:a14="http://schemas.microsoft.com/office/drawing/2010/main" val="0"/>
                  </a:ext>
                </a:extLst>
              </a:blip>
              <a:srcRect l="6938" t="7355" r="7355" b="6938"/>
              <a:stretch/>
            </p:blipFill>
            <p:spPr>
              <a:xfrm>
                <a:off x="11152342" y="2951619"/>
                <a:ext cx="699558" cy="699558"/>
              </a:xfrm>
              <a:prstGeom prst="ellipse">
                <a:avLst/>
              </a:prstGeom>
            </p:spPr>
          </p:pic>
        </p:grpSp>
      </p:grpSp>
      <p:grpSp>
        <p:nvGrpSpPr>
          <p:cNvPr id="113" name="Group 112"/>
          <p:cNvGrpSpPr/>
          <p:nvPr userDrawn="1"/>
        </p:nvGrpSpPr>
        <p:grpSpPr>
          <a:xfrm>
            <a:off x="4245529" y="5853243"/>
            <a:ext cx="789734" cy="789734"/>
            <a:chOff x="11097267" y="3495357"/>
            <a:chExt cx="914400" cy="914400"/>
          </a:xfrm>
        </p:grpSpPr>
        <p:sp>
          <p:nvSpPr>
            <p:cNvPr id="114" name="Oval 113"/>
            <p:cNvSpPr>
              <a:spLocks/>
            </p:cNvSpPr>
            <p:nvPr userDrawn="1"/>
          </p:nvSpPr>
          <p:spPr>
            <a:xfrm>
              <a:off x="11097267" y="3495357"/>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5" name="Group 114"/>
            <p:cNvGrpSpPr/>
            <p:nvPr userDrawn="1"/>
          </p:nvGrpSpPr>
          <p:grpSpPr>
            <a:xfrm>
              <a:off x="11162114" y="3560204"/>
              <a:ext cx="784707" cy="784707"/>
              <a:chOff x="11098899" y="3886269"/>
              <a:chExt cx="784707" cy="784707"/>
            </a:xfrm>
          </p:grpSpPr>
          <p:sp>
            <p:nvSpPr>
              <p:cNvPr id="116" name="Oval 115"/>
              <p:cNvSpPr/>
              <p:nvPr userDrawn="1"/>
            </p:nvSpPr>
            <p:spPr>
              <a:xfrm>
                <a:off x="11098899" y="3886269"/>
                <a:ext cx="784707" cy="784707"/>
              </a:xfrm>
              <a:prstGeom prst="ellipse">
                <a:avLst/>
              </a:prstGeom>
              <a:solidFill>
                <a:schemeClr val="bg1"/>
              </a:solidFill>
              <a:ln>
                <a:solidFill>
                  <a:srgbClr val="007A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7" name="Picture 116"/>
              <p:cNvPicPr>
                <a:picLocks noChangeAspect="1"/>
              </p:cNvPicPr>
              <p:nvPr userDrawn="1"/>
            </p:nvPicPr>
            <p:blipFill rotWithShape="1">
              <a:blip r:embed="rId6" cstate="print">
                <a:extLst>
                  <a:ext uri="{28A0092B-C50C-407E-A947-70E740481C1C}">
                    <a14:useLocalDpi xmlns:a14="http://schemas.microsoft.com/office/drawing/2010/main" val="0"/>
                  </a:ext>
                </a:extLst>
              </a:blip>
              <a:srcRect l="8975" t="7055" r="7055" b="8974"/>
              <a:stretch/>
            </p:blipFill>
            <p:spPr>
              <a:xfrm>
                <a:off x="11146724" y="3920542"/>
                <a:ext cx="705176" cy="699148"/>
              </a:xfrm>
              <a:prstGeom prst="ellipse">
                <a:avLst/>
              </a:prstGeom>
            </p:spPr>
          </p:pic>
        </p:grpSp>
      </p:grpSp>
      <p:grpSp>
        <p:nvGrpSpPr>
          <p:cNvPr id="118" name="Group 117"/>
          <p:cNvGrpSpPr/>
          <p:nvPr userDrawn="1"/>
        </p:nvGrpSpPr>
        <p:grpSpPr>
          <a:xfrm>
            <a:off x="5103256" y="5862562"/>
            <a:ext cx="789734" cy="789734"/>
            <a:chOff x="11017515" y="4474604"/>
            <a:chExt cx="914400" cy="914400"/>
          </a:xfrm>
        </p:grpSpPr>
        <p:sp>
          <p:nvSpPr>
            <p:cNvPr id="119" name="Oval 118"/>
            <p:cNvSpPr>
              <a:spLocks/>
            </p:cNvSpPr>
            <p:nvPr userDrawn="1"/>
          </p:nvSpPr>
          <p:spPr>
            <a:xfrm>
              <a:off x="11017515" y="4474604"/>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0" name="Group 119"/>
            <p:cNvGrpSpPr/>
            <p:nvPr userDrawn="1"/>
          </p:nvGrpSpPr>
          <p:grpSpPr>
            <a:xfrm>
              <a:off x="11082362" y="4539451"/>
              <a:ext cx="784707" cy="784707"/>
              <a:chOff x="11090840" y="4785932"/>
              <a:chExt cx="784707" cy="784707"/>
            </a:xfrm>
          </p:grpSpPr>
          <p:sp>
            <p:nvSpPr>
              <p:cNvPr id="121" name="Oval 120"/>
              <p:cNvSpPr/>
              <p:nvPr userDrawn="1"/>
            </p:nvSpPr>
            <p:spPr>
              <a:xfrm>
                <a:off x="11090840" y="4785932"/>
                <a:ext cx="784707" cy="784707"/>
              </a:xfrm>
              <a:prstGeom prst="ellipse">
                <a:avLst/>
              </a:prstGeom>
              <a:solidFill>
                <a:schemeClr val="bg1"/>
              </a:solidFill>
              <a:ln>
                <a:solidFill>
                  <a:srgbClr val="1E9D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2" name="Picture 121"/>
              <p:cNvPicPr>
                <a:picLocks noChangeAspect="1"/>
              </p:cNvPicPr>
              <p:nvPr userDrawn="1"/>
            </p:nvPicPr>
            <p:blipFill rotWithShape="1">
              <a:blip r:embed="rId7" cstate="print">
                <a:extLst>
                  <a:ext uri="{28A0092B-C50C-407E-A947-70E740481C1C}">
                    <a14:useLocalDpi xmlns:a14="http://schemas.microsoft.com/office/drawing/2010/main" val="0"/>
                  </a:ext>
                </a:extLst>
              </a:blip>
              <a:srcRect l="5796" t="4796" r="4796" b="5796"/>
              <a:stretch/>
            </p:blipFill>
            <p:spPr>
              <a:xfrm>
                <a:off x="11111147" y="4802946"/>
                <a:ext cx="744093" cy="750679"/>
              </a:xfrm>
              <a:prstGeom prst="ellipse">
                <a:avLst/>
              </a:prstGeom>
            </p:spPr>
          </p:pic>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reakerLarge_Global IT_Mid-Blue">
    <p:spTree>
      <p:nvGrpSpPr>
        <p:cNvPr id="1" name=""/>
        <p:cNvGrpSpPr/>
        <p:nvPr/>
      </p:nvGrpSpPr>
      <p:grpSpPr>
        <a:xfrm>
          <a:off x="0" y="0"/>
          <a:ext cx="0" cy="0"/>
          <a:chOff x="0" y="0"/>
          <a:chExt cx="0" cy="0"/>
        </a:xfrm>
      </p:grpSpPr>
      <p:sp>
        <p:nvSpPr>
          <p:cNvPr id="6" name="Round Diagonal Corner Rectangle 5"/>
          <p:cNvSpPr/>
          <p:nvPr userDrawn="1"/>
        </p:nvSpPr>
        <p:spPr>
          <a:xfrm>
            <a:off x="306917" y="228600"/>
            <a:ext cx="11582400" cy="5486400"/>
          </a:xfrm>
          <a:prstGeom prst="round2DiagRect">
            <a:avLst>
              <a:gd name="adj1" fmla="val 0"/>
              <a:gd name="adj2" fmla="val 3917"/>
            </a:avLst>
          </a:prstGeom>
          <a:solidFill>
            <a:srgbClr val="007A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dirty="0">
              <a:solidFill>
                <a:schemeClr val="bg1"/>
              </a:solidFill>
              <a:latin typeface="+mj-lt"/>
            </a:endParaRPr>
          </a:p>
        </p:txBody>
      </p:sp>
      <p:sp>
        <p:nvSpPr>
          <p:cNvPr id="2" name="Title 1"/>
          <p:cNvSpPr>
            <a:spLocks noGrp="1"/>
          </p:cNvSpPr>
          <p:nvPr>
            <p:ph type="title"/>
          </p:nvPr>
        </p:nvSpPr>
        <p:spPr bwMode="gray">
          <a:xfrm>
            <a:off x="987552" y="1847088"/>
            <a:ext cx="9899904" cy="2340864"/>
          </a:xfrm>
        </p:spPr>
        <p:txBody>
          <a:bodyPr/>
          <a:lstStyle>
            <a:lvl1pPr>
              <a:lnSpc>
                <a:spcPts val="6300"/>
              </a:lnSpc>
              <a:defRPr sz="6000">
                <a:solidFill>
                  <a:schemeClr val="bg1"/>
                </a:solidFill>
              </a:defRPr>
            </a:lvl1pPr>
          </a:lstStyle>
          <a:p>
            <a:r>
              <a:rPr lang="en-US"/>
              <a:t>Click to edit Master title style</a:t>
            </a:r>
            <a:endParaRPr lang="en-US" dirty="0"/>
          </a:p>
        </p:txBody>
      </p:sp>
      <p:sp>
        <p:nvSpPr>
          <p:cNvPr id="7" name="Slide Number Placeholder 4"/>
          <p:cNvSpPr>
            <a:spLocks noGrp="1"/>
          </p:cNvSpPr>
          <p:nvPr>
            <p:ph type="sldNum" sz="quarter" idx="4"/>
          </p:nvPr>
        </p:nvSpPr>
        <p:spPr>
          <a:xfrm>
            <a:off x="11357811" y="6460525"/>
            <a:ext cx="603183" cy="234133"/>
          </a:xfrm>
          <a:prstGeom prst="rect">
            <a:avLst/>
          </a:prstGeom>
        </p:spPr>
        <p:txBody>
          <a:bodyPr/>
          <a:lstStyle>
            <a:lvl1pPr>
              <a:defRPr sz="1050">
                <a:solidFill>
                  <a:schemeClr val="bg1"/>
                </a:solidFill>
              </a:defRPr>
            </a:lvl1pPr>
          </a:lstStyle>
          <a:p>
            <a:fld id="{8A480109-43AB-EE45-95D5-106F2E9FB1AA}" type="slidenum">
              <a:rPr lang="en-US" smtClean="0"/>
              <a:pPr/>
              <a:t>‹#›</a:t>
            </a:fld>
            <a:endParaRPr lang="en-US" dirty="0"/>
          </a:p>
        </p:txBody>
      </p:sp>
      <p:grpSp>
        <p:nvGrpSpPr>
          <p:cNvPr id="23" name="Group 22"/>
          <p:cNvGrpSpPr/>
          <p:nvPr userDrawn="1"/>
        </p:nvGrpSpPr>
        <p:grpSpPr>
          <a:xfrm>
            <a:off x="1689244" y="5862562"/>
            <a:ext cx="789734" cy="789734"/>
            <a:chOff x="11032820" y="482228"/>
            <a:chExt cx="914400" cy="914400"/>
          </a:xfrm>
        </p:grpSpPr>
        <p:sp>
          <p:nvSpPr>
            <p:cNvPr id="24" name="Oval 23"/>
            <p:cNvSpPr>
              <a:spLocks/>
            </p:cNvSpPr>
            <p:nvPr userDrawn="1"/>
          </p:nvSpPr>
          <p:spPr>
            <a:xfrm>
              <a:off x="11032820" y="482228"/>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5" name="Group 24"/>
            <p:cNvGrpSpPr/>
            <p:nvPr userDrawn="1"/>
          </p:nvGrpSpPr>
          <p:grpSpPr>
            <a:xfrm>
              <a:off x="11097667" y="547075"/>
              <a:ext cx="784707" cy="784707"/>
              <a:chOff x="11107807" y="549712"/>
              <a:chExt cx="784707" cy="784707"/>
            </a:xfrm>
          </p:grpSpPr>
          <p:sp>
            <p:nvSpPr>
              <p:cNvPr id="26" name="Oval 25"/>
              <p:cNvSpPr/>
              <p:nvPr userDrawn="1"/>
            </p:nvSpPr>
            <p:spPr>
              <a:xfrm>
                <a:off x="11107807" y="549712"/>
                <a:ext cx="784707" cy="784707"/>
              </a:xfrm>
              <a:prstGeom prst="ellipse">
                <a:avLst/>
              </a:prstGeom>
              <a:solidFill>
                <a:schemeClr val="bg1"/>
              </a:solidFill>
              <a:ln>
                <a:solidFill>
                  <a:srgbClr val="1E9D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7" name="Picture 26"/>
              <p:cNvPicPr>
                <a:picLocks noChangeAspect="1"/>
              </p:cNvPicPr>
              <p:nvPr userDrawn="1"/>
            </p:nvPicPr>
            <p:blipFill rotWithShape="1">
              <a:blip r:embed="rId2" cstate="print">
                <a:extLst>
                  <a:ext uri="{28A0092B-C50C-407E-A947-70E740481C1C}">
                    <a14:useLocalDpi xmlns:a14="http://schemas.microsoft.com/office/drawing/2010/main" val="0"/>
                  </a:ext>
                </a:extLst>
              </a:blip>
              <a:srcRect l="6766" t="8223" r="8340" b="8559"/>
              <a:stretch/>
            </p:blipFill>
            <p:spPr>
              <a:xfrm>
                <a:off x="11145716" y="596348"/>
                <a:ext cx="688609" cy="669235"/>
              </a:xfrm>
              <a:prstGeom prst="ellipse">
                <a:avLst/>
              </a:prstGeom>
            </p:spPr>
          </p:pic>
        </p:grpSp>
      </p:grpSp>
      <p:grpSp>
        <p:nvGrpSpPr>
          <p:cNvPr id="28" name="Group 27"/>
          <p:cNvGrpSpPr/>
          <p:nvPr userDrawn="1"/>
        </p:nvGrpSpPr>
        <p:grpSpPr>
          <a:xfrm>
            <a:off x="2535598" y="5862562"/>
            <a:ext cx="789734" cy="789734"/>
            <a:chOff x="11022653" y="1385030"/>
            <a:chExt cx="914400" cy="914400"/>
          </a:xfrm>
        </p:grpSpPr>
        <p:sp>
          <p:nvSpPr>
            <p:cNvPr id="29" name="Oval 28"/>
            <p:cNvSpPr>
              <a:spLocks/>
            </p:cNvSpPr>
            <p:nvPr userDrawn="1"/>
          </p:nvSpPr>
          <p:spPr>
            <a:xfrm>
              <a:off x="11022653" y="1385030"/>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0" name="Group 29"/>
            <p:cNvGrpSpPr/>
            <p:nvPr userDrawn="1"/>
          </p:nvGrpSpPr>
          <p:grpSpPr>
            <a:xfrm>
              <a:off x="11087500" y="1449877"/>
              <a:ext cx="784707" cy="784707"/>
              <a:chOff x="11104837" y="1451636"/>
              <a:chExt cx="784707" cy="784707"/>
            </a:xfrm>
          </p:grpSpPr>
          <p:sp>
            <p:nvSpPr>
              <p:cNvPr id="31" name="Oval 30"/>
              <p:cNvSpPr/>
              <p:nvPr userDrawn="1"/>
            </p:nvSpPr>
            <p:spPr>
              <a:xfrm>
                <a:off x="11104837" y="1451636"/>
                <a:ext cx="784707" cy="784707"/>
              </a:xfrm>
              <a:prstGeom prst="ellipse">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2" name="Picture 31"/>
              <p:cNvPicPr>
                <a:picLocks noChangeAspect="1"/>
              </p:cNvPicPr>
              <p:nvPr userDrawn="1"/>
            </p:nvPicPr>
            <p:blipFill rotWithShape="1">
              <a:blip r:embed="rId3" cstate="print">
                <a:extLst>
                  <a:ext uri="{28A0092B-C50C-407E-A947-70E740481C1C}">
                    <a14:useLocalDpi xmlns:a14="http://schemas.microsoft.com/office/drawing/2010/main" val="0"/>
                  </a:ext>
                </a:extLst>
              </a:blip>
              <a:srcRect l="10210" t="11521" r="11520" b="10209"/>
              <a:stretch/>
            </p:blipFill>
            <p:spPr>
              <a:xfrm>
                <a:off x="11173053" y="1512208"/>
                <a:ext cx="648273" cy="642732"/>
              </a:xfrm>
              <a:prstGeom prst="ellipse">
                <a:avLst/>
              </a:prstGeom>
            </p:spPr>
          </p:pic>
        </p:grpSp>
      </p:grpSp>
      <p:grpSp>
        <p:nvGrpSpPr>
          <p:cNvPr id="33" name="Group 32"/>
          <p:cNvGrpSpPr/>
          <p:nvPr userDrawn="1"/>
        </p:nvGrpSpPr>
        <p:grpSpPr>
          <a:xfrm>
            <a:off x="3389201" y="5862562"/>
            <a:ext cx="789734" cy="789734"/>
            <a:chOff x="11028752" y="2515610"/>
            <a:chExt cx="914400" cy="914400"/>
          </a:xfrm>
        </p:grpSpPr>
        <p:sp>
          <p:nvSpPr>
            <p:cNvPr id="34" name="Oval 33"/>
            <p:cNvSpPr>
              <a:spLocks/>
            </p:cNvSpPr>
            <p:nvPr userDrawn="1"/>
          </p:nvSpPr>
          <p:spPr>
            <a:xfrm>
              <a:off x="11028752" y="2515610"/>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5" name="Group 34"/>
            <p:cNvGrpSpPr/>
            <p:nvPr userDrawn="1"/>
          </p:nvGrpSpPr>
          <p:grpSpPr>
            <a:xfrm>
              <a:off x="11093599" y="2581594"/>
              <a:ext cx="784707" cy="784707"/>
              <a:chOff x="11104837" y="2920600"/>
              <a:chExt cx="784707" cy="784707"/>
            </a:xfrm>
          </p:grpSpPr>
          <p:sp>
            <p:nvSpPr>
              <p:cNvPr id="36" name="Oval 35"/>
              <p:cNvSpPr/>
              <p:nvPr userDrawn="1"/>
            </p:nvSpPr>
            <p:spPr>
              <a:xfrm>
                <a:off x="11104837" y="2920600"/>
                <a:ext cx="784707" cy="784707"/>
              </a:xfrm>
              <a:prstGeom prst="ellipse">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7" name="Picture 36"/>
              <p:cNvPicPr>
                <a:picLocks noChangeAspect="1"/>
              </p:cNvPicPr>
              <p:nvPr userDrawn="1"/>
            </p:nvPicPr>
            <p:blipFill rotWithShape="1">
              <a:blip r:embed="rId4" cstate="print">
                <a:extLst>
                  <a:ext uri="{28A0092B-C50C-407E-A947-70E740481C1C}">
                    <a14:useLocalDpi xmlns:a14="http://schemas.microsoft.com/office/drawing/2010/main" val="0"/>
                  </a:ext>
                </a:extLst>
              </a:blip>
              <a:srcRect l="6938" t="7355" r="7355" b="6938"/>
              <a:stretch/>
            </p:blipFill>
            <p:spPr>
              <a:xfrm>
                <a:off x="11152342" y="2951619"/>
                <a:ext cx="699558" cy="699558"/>
              </a:xfrm>
              <a:prstGeom prst="ellipse">
                <a:avLst/>
              </a:prstGeom>
            </p:spPr>
          </p:pic>
        </p:grpSp>
      </p:grpSp>
      <p:grpSp>
        <p:nvGrpSpPr>
          <p:cNvPr id="38" name="Group 37"/>
          <p:cNvGrpSpPr/>
          <p:nvPr userDrawn="1"/>
        </p:nvGrpSpPr>
        <p:grpSpPr>
          <a:xfrm>
            <a:off x="4245529" y="5853243"/>
            <a:ext cx="789734" cy="789734"/>
            <a:chOff x="11097267" y="3495357"/>
            <a:chExt cx="914400" cy="914400"/>
          </a:xfrm>
        </p:grpSpPr>
        <p:sp>
          <p:nvSpPr>
            <p:cNvPr id="39" name="Oval 38"/>
            <p:cNvSpPr>
              <a:spLocks/>
            </p:cNvSpPr>
            <p:nvPr userDrawn="1"/>
          </p:nvSpPr>
          <p:spPr>
            <a:xfrm>
              <a:off x="11097267" y="3495357"/>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7" name="Group 56"/>
            <p:cNvGrpSpPr/>
            <p:nvPr userDrawn="1"/>
          </p:nvGrpSpPr>
          <p:grpSpPr>
            <a:xfrm>
              <a:off x="11162114" y="3560204"/>
              <a:ext cx="784707" cy="784707"/>
              <a:chOff x="11098899" y="3886269"/>
              <a:chExt cx="784707" cy="784707"/>
            </a:xfrm>
          </p:grpSpPr>
          <p:sp>
            <p:nvSpPr>
              <p:cNvPr id="58" name="Oval 57"/>
              <p:cNvSpPr/>
              <p:nvPr userDrawn="1"/>
            </p:nvSpPr>
            <p:spPr>
              <a:xfrm>
                <a:off x="11098899" y="3886269"/>
                <a:ext cx="784707" cy="784707"/>
              </a:xfrm>
              <a:prstGeom prst="ellipse">
                <a:avLst/>
              </a:prstGeom>
              <a:solidFill>
                <a:schemeClr val="bg1"/>
              </a:solidFill>
              <a:ln>
                <a:solidFill>
                  <a:srgbClr val="007A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9" name="Picture 58"/>
              <p:cNvPicPr>
                <a:picLocks noChangeAspect="1"/>
              </p:cNvPicPr>
              <p:nvPr userDrawn="1"/>
            </p:nvPicPr>
            <p:blipFill rotWithShape="1">
              <a:blip r:embed="rId5" cstate="print">
                <a:extLst>
                  <a:ext uri="{28A0092B-C50C-407E-A947-70E740481C1C}">
                    <a14:useLocalDpi xmlns:a14="http://schemas.microsoft.com/office/drawing/2010/main" val="0"/>
                  </a:ext>
                </a:extLst>
              </a:blip>
              <a:srcRect l="8975" t="7055" r="7055" b="8974"/>
              <a:stretch/>
            </p:blipFill>
            <p:spPr>
              <a:xfrm>
                <a:off x="11146724" y="3920542"/>
                <a:ext cx="705176" cy="699148"/>
              </a:xfrm>
              <a:prstGeom prst="ellipse">
                <a:avLst/>
              </a:prstGeom>
            </p:spPr>
          </p:pic>
        </p:grpSp>
      </p:grpSp>
      <p:grpSp>
        <p:nvGrpSpPr>
          <p:cNvPr id="60" name="Group 59"/>
          <p:cNvGrpSpPr/>
          <p:nvPr userDrawn="1"/>
        </p:nvGrpSpPr>
        <p:grpSpPr>
          <a:xfrm>
            <a:off x="5103256" y="5862562"/>
            <a:ext cx="789734" cy="789734"/>
            <a:chOff x="11017515" y="4474604"/>
            <a:chExt cx="914400" cy="914400"/>
          </a:xfrm>
        </p:grpSpPr>
        <p:sp>
          <p:nvSpPr>
            <p:cNvPr id="61" name="Oval 60"/>
            <p:cNvSpPr>
              <a:spLocks/>
            </p:cNvSpPr>
            <p:nvPr userDrawn="1"/>
          </p:nvSpPr>
          <p:spPr>
            <a:xfrm>
              <a:off x="11017515" y="4474604"/>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2" name="Group 61"/>
            <p:cNvGrpSpPr/>
            <p:nvPr userDrawn="1"/>
          </p:nvGrpSpPr>
          <p:grpSpPr>
            <a:xfrm>
              <a:off x="11082362" y="4539451"/>
              <a:ext cx="784707" cy="784707"/>
              <a:chOff x="11090840" y="4785932"/>
              <a:chExt cx="784707" cy="784707"/>
            </a:xfrm>
          </p:grpSpPr>
          <p:sp>
            <p:nvSpPr>
              <p:cNvPr id="63" name="Oval 62"/>
              <p:cNvSpPr/>
              <p:nvPr userDrawn="1"/>
            </p:nvSpPr>
            <p:spPr>
              <a:xfrm>
                <a:off x="11090840" y="4785932"/>
                <a:ext cx="784707" cy="784707"/>
              </a:xfrm>
              <a:prstGeom prst="ellipse">
                <a:avLst/>
              </a:prstGeom>
              <a:solidFill>
                <a:schemeClr val="bg1"/>
              </a:solidFill>
              <a:ln>
                <a:solidFill>
                  <a:srgbClr val="1E9D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4" name="Picture 63"/>
              <p:cNvPicPr>
                <a:picLocks noChangeAspect="1"/>
              </p:cNvPicPr>
              <p:nvPr userDrawn="1"/>
            </p:nvPicPr>
            <p:blipFill rotWithShape="1">
              <a:blip r:embed="rId6" cstate="print">
                <a:extLst>
                  <a:ext uri="{28A0092B-C50C-407E-A947-70E740481C1C}">
                    <a14:useLocalDpi xmlns:a14="http://schemas.microsoft.com/office/drawing/2010/main" val="0"/>
                  </a:ext>
                </a:extLst>
              </a:blip>
              <a:srcRect l="5796" t="4796" r="4796" b="5796"/>
              <a:stretch/>
            </p:blipFill>
            <p:spPr>
              <a:xfrm>
                <a:off x="11111147" y="4802946"/>
                <a:ext cx="744093" cy="750679"/>
              </a:xfrm>
              <a:prstGeom prst="ellipse">
                <a:avLst/>
              </a:prstGeom>
            </p:spPr>
          </p:pic>
        </p:grpSp>
      </p:grpSp>
      <p:pic>
        <p:nvPicPr>
          <p:cNvPr id="65" name="Picture 64"/>
          <p:cNvPicPr>
            <a:picLocks noChangeAspect="1"/>
          </p:cNvPicPr>
          <p:nvPr userDrawn="1"/>
        </p:nvPicPr>
        <p:blipFill>
          <a:blip r:embed="rId7" cstate="print">
            <a:alphaModFix amt="74000"/>
            <a:extLst>
              <a:ext uri="{28A0092B-C50C-407E-A947-70E740481C1C}">
                <a14:useLocalDpi xmlns:a14="http://schemas.microsoft.com/office/drawing/2010/main" val="0"/>
              </a:ext>
            </a:extLst>
          </a:blip>
          <a:stretch>
            <a:fillRect/>
          </a:stretch>
        </p:blipFill>
        <p:spPr>
          <a:xfrm>
            <a:off x="6204240" y="6409551"/>
            <a:ext cx="3126867" cy="42722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reakerLarge_Global IT_Lt-Blue">
    <p:bg bwMode="gray">
      <p:bgRef idx="1001">
        <a:schemeClr val="bg1"/>
      </p:bgRef>
    </p:bg>
    <p:spTree>
      <p:nvGrpSpPr>
        <p:cNvPr id="1" name=""/>
        <p:cNvGrpSpPr/>
        <p:nvPr/>
      </p:nvGrpSpPr>
      <p:grpSpPr>
        <a:xfrm>
          <a:off x="0" y="0"/>
          <a:ext cx="0" cy="0"/>
          <a:chOff x="0" y="0"/>
          <a:chExt cx="0" cy="0"/>
        </a:xfrm>
      </p:grpSpPr>
      <p:sp>
        <p:nvSpPr>
          <p:cNvPr id="6" name="Round Diagonal Corner Rectangle 5"/>
          <p:cNvSpPr/>
          <p:nvPr userDrawn="1"/>
        </p:nvSpPr>
        <p:spPr>
          <a:xfrm>
            <a:off x="306917" y="228600"/>
            <a:ext cx="11582400" cy="5486400"/>
          </a:xfrm>
          <a:prstGeom prst="round2DiagRect">
            <a:avLst>
              <a:gd name="adj1" fmla="val 0"/>
              <a:gd name="adj2" fmla="val 3917"/>
            </a:avLst>
          </a:prstGeom>
          <a:solidFill>
            <a:srgbClr val="1E9D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dirty="0">
              <a:solidFill>
                <a:schemeClr val="bg1"/>
              </a:solidFill>
              <a:latin typeface="+mj-lt"/>
            </a:endParaRPr>
          </a:p>
        </p:txBody>
      </p:sp>
      <p:sp>
        <p:nvSpPr>
          <p:cNvPr id="2" name="Title 1"/>
          <p:cNvSpPr>
            <a:spLocks noGrp="1"/>
          </p:cNvSpPr>
          <p:nvPr>
            <p:ph type="title"/>
          </p:nvPr>
        </p:nvSpPr>
        <p:spPr bwMode="gray">
          <a:xfrm>
            <a:off x="987552" y="1847088"/>
            <a:ext cx="9899904" cy="2340864"/>
          </a:xfrm>
        </p:spPr>
        <p:txBody>
          <a:bodyPr/>
          <a:lstStyle>
            <a:lvl1pPr>
              <a:lnSpc>
                <a:spcPts val="6300"/>
              </a:lnSpc>
              <a:defRPr sz="6000">
                <a:solidFill>
                  <a:schemeClr val="bg1"/>
                </a:solidFill>
              </a:defRPr>
            </a:lvl1pPr>
          </a:lstStyle>
          <a:p>
            <a:r>
              <a:rPr lang="en-US"/>
              <a:t>Click to edit Master title style</a:t>
            </a:r>
            <a:endParaRPr lang="en-US" dirty="0"/>
          </a:p>
        </p:txBody>
      </p:sp>
      <p:sp>
        <p:nvSpPr>
          <p:cNvPr id="7" name="Slide Number Placeholder 4"/>
          <p:cNvSpPr>
            <a:spLocks noGrp="1"/>
          </p:cNvSpPr>
          <p:nvPr>
            <p:ph type="sldNum" sz="quarter" idx="4"/>
          </p:nvPr>
        </p:nvSpPr>
        <p:spPr>
          <a:xfrm>
            <a:off x="11332143" y="6460525"/>
            <a:ext cx="628851" cy="234133"/>
          </a:xfrm>
          <a:prstGeom prst="rect">
            <a:avLst/>
          </a:prstGeom>
        </p:spPr>
        <p:txBody>
          <a:bodyPr/>
          <a:lstStyle>
            <a:lvl1pPr>
              <a:defRPr sz="1050">
                <a:solidFill>
                  <a:schemeClr val="bg1"/>
                </a:solidFill>
              </a:defRPr>
            </a:lvl1pPr>
          </a:lstStyle>
          <a:p>
            <a:fld id="{8A480109-43AB-EE45-95D5-106F2E9FB1AA}" type="slidenum">
              <a:rPr lang="en-US" smtClean="0"/>
              <a:pPr/>
              <a:t>‹#›</a:t>
            </a:fld>
            <a:endParaRPr lang="en-US" dirty="0"/>
          </a:p>
        </p:txBody>
      </p:sp>
      <p:grpSp>
        <p:nvGrpSpPr>
          <p:cNvPr id="23" name="Group 22"/>
          <p:cNvGrpSpPr/>
          <p:nvPr userDrawn="1"/>
        </p:nvGrpSpPr>
        <p:grpSpPr>
          <a:xfrm>
            <a:off x="1689244" y="5862562"/>
            <a:ext cx="789734" cy="789734"/>
            <a:chOff x="11032820" y="482228"/>
            <a:chExt cx="914400" cy="914400"/>
          </a:xfrm>
        </p:grpSpPr>
        <p:sp>
          <p:nvSpPr>
            <p:cNvPr id="24" name="Oval 23"/>
            <p:cNvSpPr>
              <a:spLocks/>
            </p:cNvSpPr>
            <p:nvPr userDrawn="1"/>
          </p:nvSpPr>
          <p:spPr>
            <a:xfrm>
              <a:off x="11032820" y="482228"/>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6" name="Group 25"/>
            <p:cNvGrpSpPr/>
            <p:nvPr userDrawn="1"/>
          </p:nvGrpSpPr>
          <p:grpSpPr>
            <a:xfrm>
              <a:off x="11097667" y="547075"/>
              <a:ext cx="784707" cy="784707"/>
              <a:chOff x="11107807" y="549712"/>
              <a:chExt cx="784707" cy="784707"/>
            </a:xfrm>
          </p:grpSpPr>
          <p:sp>
            <p:nvSpPr>
              <p:cNvPr id="27" name="Oval 26"/>
              <p:cNvSpPr/>
              <p:nvPr userDrawn="1"/>
            </p:nvSpPr>
            <p:spPr>
              <a:xfrm>
                <a:off x="11107807" y="549712"/>
                <a:ext cx="784707" cy="784707"/>
              </a:xfrm>
              <a:prstGeom prst="ellipse">
                <a:avLst/>
              </a:prstGeom>
              <a:solidFill>
                <a:schemeClr val="bg1"/>
              </a:solidFill>
              <a:ln>
                <a:solidFill>
                  <a:srgbClr val="1E9D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8" name="Picture 27"/>
              <p:cNvPicPr>
                <a:picLocks noChangeAspect="1"/>
              </p:cNvPicPr>
              <p:nvPr userDrawn="1"/>
            </p:nvPicPr>
            <p:blipFill rotWithShape="1">
              <a:blip r:embed="rId2" cstate="print">
                <a:extLst>
                  <a:ext uri="{28A0092B-C50C-407E-A947-70E740481C1C}">
                    <a14:useLocalDpi xmlns:a14="http://schemas.microsoft.com/office/drawing/2010/main" val="0"/>
                  </a:ext>
                </a:extLst>
              </a:blip>
              <a:srcRect l="6766" t="8223" r="8340" b="8559"/>
              <a:stretch/>
            </p:blipFill>
            <p:spPr>
              <a:xfrm>
                <a:off x="11145716" y="596348"/>
                <a:ext cx="688609" cy="669235"/>
              </a:xfrm>
              <a:prstGeom prst="ellipse">
                <a:avLst/>
              </a:prstGeom>
            </p:spPr>
          </p:pic>
        </p:grpSp>
      </p:grpSp>
      <p:grpSp>
        <p:nvGrpSpPr>
          <p:cNvPr id="29" name="Group 28"/>
          <p:cNvGrpSpPr/>
          <p:nvPr userDrawn="1"/>
        </p:nvGrpSpPr>
        <p:grpSpPr>
          <a:xfrm>
            <a:off x="2535598" y="5862562"/>
            <a:ext cx="789734" cy="789734"/>
            <a:chOff x="11022653" y="1385030"/>
            <a:chExt cx="914400" cy="914400"/>
          </a:xfrm>
        </p:grpSpPr>
        <p:sp>
          <p:nvSpPr>
            <p:cNvPr id="30" name="Oval 29"/>
            <p:cNvSpPr>
              <a:spLocks/>
            </p:cNvSpPr>
            <p:nvPr userDrawn="1"/>
          </p:nvSpPr>
          <p:spPr>
            <a:xfrm>
              <a:off x="11022653" y="1385030"/>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1" name="Group 30"/>
            <p:cNvGrpSpPr/>
            <p:nvPr userDrawn="1"/>
          </p:nvGrpSpPr>
          <p:grpSpPr>
            <a:xfrm>
              <a:off x="11087500" y="1449877"/>
              <a:ext cx="784707" cy="784707"/>
              <a:chOff x="11104837" y="1451636"/>
              <a:chExt cx="784707" cy="784707"/>
            </a:xfrm>
          </p:grpSpPr>
          <p:sp>
            <p:nvSpPr>
              <p:cNvPr id="32" name="Oval 31"/>
              <p:cNvSpPr/>
              <p:nvPr userDrawn="1"/>
            </p:nvSpPr>
            <p:spPr>
              <a:xfrm>
                <a:off x="11104837" y="1451636"/>
                <a:ext cx="784707" cy="784707"/>
              </a:xfrm>
              <a:prstGeom prst="ellipse">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3" name="Picture 32"/>
              <p:cNvPicPr>
                <a:picLocks noChangeAspect="1"/>
              </p:cNvPicPr>
              <p:nvPr userDrawn="1"/>
            </p:nvPicPr>
            <p:blipFill rotWithShape="1">
              <a:blip r:embed="rId3" cstate="print">
                <a:extLst>
                  <a:ext uri="{28A0092B-C50C-407E-A947-70E740481C1C}">
                    <a14:useLocalDpi xmlns:a14="http://schemas.microsoft.com/office/drawing/2010/main" val="0"/>
                  </a:ext>
                </a:extLst>
              </a:blip>
              <a:srcRect l="10210" t="11521" r="11520" b="10209"/>
              <a:stretch/>
            </p:blipFill>
            <p:spPr>
              <a:xfrm>
                <a:off x="11173053" y="1512208"/>
                <a:ext cx="648273" cy="642732"/>
              </a:xfrm>
              <a:prstGeom prst="ellipse">
                <a:avLst/>
              </a:prstGeom>
            </p:spPr>
          </p:pic>
        </p:grpSp>
      </p:grpSp>
      <p:grpSp>
        <p:nvGrpSpPr>
          <p:cNvPr id="34" name="Group 33"/>
          <p:cNvGrpSpPr/>
          <p:nvPr userDrawn="1"/>
        </p:nvGrpSpPr>
        <p:grpSpPr>
          <a:xfrm>
            <a:off x="3389201" y="5862562"/>
            <a:ext cx="789734" cy="789734"/>
            <a:chOff x="11028752" y="2515610"/>
            <a:chExt cx="914400" cy="914400"/>
          </a:xfrm>
        </p:grpSpPr>
        <p:sp>
          <p:nvSpPr>
            <p:cNvPr id="35" name="Oval 34"/>
            <p:cNvSpPr>
              <a:spLocks/>
            </p:cNvSpPr>
            <p:nvPr userDrawn="1"/>
          </p:nvSpPr>
          <p:spPr>
            <a:xfrm>
              <a:off x="11028752" y="2515610"/>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6" name="Group 35"/>
            <p:cNvGrpSpPr/>
            <p:nvPr userDrawn="1"/>
          </p:nvGrpSpPr>
          <p:grpSpPr>
            <a:xfrm>
              <a:off x="11093599" y="2581594"/>
              <a:ext cx="784707" cy="784707"/>
              <a:chOff x="11104837" y="2920600"/>
              <a:chExt cx="784707" cy="784707"/>
            </a:xfrm>
          </p:grpSpPr>
          <p:sp>
            <p:nvSpPr>
              <p:cNvPr id="37" name="Oval 36"/>
              <p:cNvSpPr/>
              <p:nvPr userDrawn="1"/>
            </p:nvSpPr>
            <p:spPr>
              <a:xfrm>
                <a:off x="11104837" y="2920600"/>
                <a:ext cx="784707" cy="784707"/>
              </a:xfrm>
              <a:prstGeom prst="ellipse">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Picture 37"/>
              <p:cNvPicPr>
                <a:picLocks noChangeAspect="1"/>
              </p:cNvPicPr>
              <p:nvPr userDrawn="1"/>
            </p:nvPicPr>
            <p:blipFill rotWithShape="1">
              <a:blip r:embed="rId4" cstate="print">
                <a:extLst>
                  <a:ext uri="{28A0092B-C50C-407E-A947-70E740481C1C}">
                    <a14:useLocalDpi xmlns:a14="http://schemas.microsoft.com/office/drawing/2010/main" val="0"/>
                  </a:ext>
                </a:extLst>
              </a:blip>
              <a:srcRect l="6938" t="7355" r="7355" b="6938"/>
              <a:stretch/>
            </p:blipFill>
            <p:spPr>
              <a:xfrm>
                <a:off x="11152342" y="2951619"/>
                <a:ext cx="699558" cy="699558"/>
              </a:xfrm>
              <a:prstGeom prst="ellipse">
                <a:avLst/>
              </a:prstGeom>
            </p:spPr>
          </p:pic>
        </p:grpSp>
      </p:grpSp>
      <p:grpSp>
        <p:nvGrpSpPr>
          <p:cNvPr id="39" name="Group 38"/>
          <p:cNvGrpSpPr/>
          <p:nvPr userDrawn="1"/>
        </p:nvGrpSpPr>
        <p:grpSpPr>
          <a:xfrm>
            <a:off x="4245529" y="5853243"/>
            <a:ext cx="789734" cy="789734"/>
            <a:chOff x="11097267" y="3495357"/>
            <a:chExt cx="914400" cy="914400"/>
          </a:xfrm>
        </p:grpSpPr>
        <p:sp>
          <p:nvSpPr>
            <p:cNvPr id="40" name="Oval 39"/>
            <p:cNvSpPr>
              <a:spLocks/>
            </p:cNvSpPr>
            <p:nvPr userDrawn="1"/>
          </p:nvSpPr>
          <p:spPr>
            <a:xfrm>
              <a:off x="11097267" y="3495357"/>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1" name="Group 40"/>
            <p:cNvGrpSpPr/>
            <p:nvPr userDrawn="1"/>
          </p:nvGrpSpPr>
          <p:grpSpPr>
            <a:xfrm>
              <a:off x="11162114" y="3560204"/>
              <a:ext cx="784707" cy="784707"/>
              <a:chOff x="11098899" y="3886269"/>
              <a:chExt cx="784707" cy="784707"/>
            </a:xfrm>
          </p:grpSpPr>
          <p:sp>
            <p:nvSpPr>
              <p:cNvPr id="42" name="Oval 41"/>
              <p:cNvSpPr/>
              <p:nvPr userDrawn="1"/>
            </p:nvSpPr>
            <p:spPr>
              <a:xfrm>
                <a:off x="11098899" y="3886269"/>
                <a:ext cx="784707" cy="784707"/>
              </a:xfrm>
              <a:prstGeom prst="ellipse">
                <a:avLst/>
              </a:prstGeom>
              <a:solidFill>
                <a:schemeClr val="bg1"/>
              </a:solidFill>
              <a:ln>
                <a:solidFill>
                  <a:srgbClr val="007A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9" name="Picture 58"/>
              <p:cNvPicPr>
                <a:picLocks noChangeAspect="1"/>
              </p:cNvPicPr>
              <p:nvPr userDrawn="1"/>
            </p:nvPicPr>
            <p:blipFill rotWithShape="1">
              <a:blip r:embed="rId5" cstate="print">
                <a:extLst>
                  <a:ext uri="{28A0092B-C50C-407E-A947-70E740481C1C}">
                    <a14:useLocalDpi xmlns:a14="http://schemas.microsoft.com/office/drawing/2010/main" val="0"/>
                  </a:ext>
                </a:extLst>
              </a:blip>
              <a:srcRect l="8975" t="7055" r="7055" b="8974"/>
              <a:stretch/>
            </p:blipFill>
            <p:spPr>
              <a:xfrm>
                <a:off x="11146724" y="3920542"/>
                <a:ext cx="705176" cy="699148"/>
              </a:xfrm>
              <a:prstGeom prst="ellipse">
                <a:avLst/>
              </a:prstGeom>
            </p:spPr>
          </p:pic>
        </p:grpSp>
      </p:grpSp>
      <p:grpSp>
        <p:nvGrpSpPr>
          <p:cNvPr id="60" name="Group 59"/>
          <p:cNvGrpSpPr/>
          <p:nvPr userDrawn="1"/>
        </p:nvGrpSpPr>
        <p:grpSpPr>
          <a:xfrm>
            <a:off x="5103256" y="5862562"/>
            <a:ext cx="789734" cy="789734"/>
            <a:chOff x="11017515" y="4474604"/>
            <a:chExt cx="914400" cy="914400"/>
          </a:xfrm>
        </p:grpSpPr>
        <p:sp>
          <p:nvSpPr>
            <p:cNvPr id="61" name="Oval 60"/>
            <p:cNvSpPr>
              <a:spLocks/>
            </p:cNvSpPr>
            <p:nvPr userDrawn="1"/>
          </p:nvSpPr>
          <p:spPr>
            <a:xfrm>
              <a:off x="11017515" y="4474604"/>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2" name="Group 61"/>
            <p:cNvGrpSpPr/>
            <p:nvPr userDrawn="1"/>
          </p:nvGrpSpPr>
          <p:grpSpPr>
            <a:xfrm>
              <a:off x="11082362" y="4539451"/>
              <a:ext cx="784707" cy="784707"/>
              <a:chOff x="11090840" y="4785932"/>
              <a:chExt cx="784707" cy="784707"/>
            </a:xfrm>
          </p:grpSpPr>
          <p:sp>
            <p:nvSpPr>
              <p:cNvPr id="63" name="Oval 62"/>
              <p:cNvSpPr/>
              <p:nvPr userDrawn="1"/>
            </p:nvSpPr>
            <p:spPr>
              <a:xfrm>
                <a:off x="11090840" y="4785932"/>
                <a:ext cx="784707" cy="784707"/>
              </a:xfrm>
              <a:prstGeom prst="ellipse">
                <a:avLst/>
              </a:prstGeom>
              <a:solidFill>
                <a:schemeClr val="bg1"/>
              </a:solidFill>
              <a:ln>
                <a:solidFill>
                  <a:srgbClr val="1E9D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4" name="Picture 63"/>
              <p:cNvPicPr>
                <a:picLocks noChangeAspect="1"/>
              </p:cNvPicPr>
              <p:nvPr userDrawn="1"/>
            </p:nvPicPr>
            <p:blipFill rotWithShape="1">
              <a:blip r:embed="rId6" cstate="print">
                <a:extLst>
                  <a:ext uri="{28A0092B-C50C-407E-A947-70E740481C1C}">
                    <a14:useLocalDpi xmlns:a14="http://schemas.microsoft.com/office/drawing/2010/main" val="0"/>
                  </a:ext>
                </a:extLst>
              </a:blip>
              <a:srcRect l="5796" t="4796" r="4796" b="5796"/>
              <a:stretch/>
            </p:blipFill>
            <p:spPr>
              <a:xfrm>
                <a:off x="11111147" y="4802946"/>
                <a:ext cx="744093" cy="750679"/>
              </a:xfrm>
              <a:prstGeom prst="ellipse">
                <a:avLst/>
              </a:prstGeom>
            </p:spPr>
          </p:pic>
        </p:grpSp>
      </p:grpSp>
      <p:pic>
        <p:nvPicPr>
          <p:cNvPr id="65" name="Picture 64"/>
          <p:cNvPicPr>
            <a:picLocks noChangeAspect="1"/>
          </p:cNvPicPr>
          <p:nvPr userDrawn="1"/>
        </p:nvPicPr>
        <p:blipFill>
          <a:blip r:embed="rId7" cstate="print">
            <a:alphaModFix amt="74000"/>
            <a:extLst>
              <a:ext uri="{28A0092B-C50C-407E-A947-70E740481C1C}">
                <a14:useLocalDpi xmlns:a14="http://schemas.microsoft.com/office/drawing/2010/main" val="0"/>
              </a:ext>
            </a:extLst>
          </a:blip>
          <a:stretch>
            <a:fillRect/>
          </a:stretch>
        </p:blipFill>
        <p:spPr>
          <a:xfrm>
            <a:off x="6204240" y="6409551"/>
            <a:ext cx="3126867" cy="427228"/>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reakerBullet_Global IT_Blue">
    <p:spTree>
      <p:nvGrpSpPr>
        <p:cNvPr id="1" name=""/>
        <p:cNvGrpSpPr/>
        <p:nvPr/>
      </p:nvGrpSpPr>
      <p:grpSpPr>
        <a:xfrm>
          <a:off x="0" y="0"/>
          <a:ext cx="0" cy="0"/>
          <a:chOff x="0" y="0"/>
          <a:chExt cx="0" cy="0"/>
        </a:xfrm>
      </p:grpSpPr>
      <p:sp>
        <p:nvSpPr>
          <p:cNvPr id="6" name="Round Diagonal Corner Rectangle 5"/>
          <p:cNvSpPr/>
          <p:nvPr userDrawn="1"/>
        </p:nvSpPr>
        <p:spPr>
          <a:xfrm>
            <a:off x="306917" y="228600"/>
            <a:ext cx="11582400" cy="5486400"/>
          </a:xfrm>
          <a:prstGeom prst="round2DiagRect">
            <a:avLst>
              <a:gd name="adj1" fmla="val 0"/>
              <a:gd name="adj2" fmla="val 3917"/>
            </a:avLst>
          </a:prstGeom>
          <a:solidFill>
            <a:srgbClr val="005C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dirty="0">
              <a:solidFill>
                <a:schemeClr val="bg1"/>
              </a:solidFill>
              <a:latin typeface="+mj-lt"/>
            </a:endParaRPr>
          </a:p>
        </p:txBody>
      </p:sp>
      <p:sp>
        <p:nvSpPr>
          <p:cNvPr id="2" name="Title 1"/>
          <p:cNvSpPr>
            <a:spLocks noGrp="1"/>
          </p:cNvSpPr>
          <p:nvPr>
            <p:ph type="title"/>
          </p:nvPr>
        </p:nvSpPr>
        <p:spPr bwMode="gray">
          <a:xfrm>
            <a:off x="992717" y="1691640"/>
            <a:ext cx="10119360" cy="594360"/>
          </a:xfrm>
        </p:spPr>
        <p:txBody>
          <a:bodyPr/>
          <a:lstStyle>
            <a:lvl1pPr>
              <a:lnSpc>
                <a:spcPts val="5500"/>
              </a:lnSpc>
              <a:defRPr sz="4800">
                <a:solidFill>
                  <a:schemeClr val="bg1"/>
                </a:solidFill>
              </a:defRPr>
            </a:lvl1pPr>
          </a:lstStyle>
          <a:p>
            <a:r>
              <a:rPr lang="en-US" dirty="0"/>
              <a:t>Click to edit Master title style</a:t>
            </a:r>
          </a:p>
        </p:txBody>
      </p:sp>
      <p:sp>
        <p:nvSpPr>
          <p:cNvPr id="9" name="Text Placeholder 8"/>
          <p:cNvSpPr>
            <a:spLocks noGrp="1"/>
          </p:cNvSpPr>
          <p:nvPr>
            <p:ph type="body" sz="quarter" idx="12"/>
          </p:nvPr>
        </p:nvSpPr>
        <p:spPr bwMode="gray">
          <a:xfrm>
            <a:off x="992718" y="2606040"/>
            <a:ext cx="10888133" cy="1691640"/>
          </a:xfrm>
        </p:spPr>
        <p:txBody>
          <a:bodyPr numCol="2">
            <a:noAutofit/>
          </a:bodyPr>
          <a:lstStyle>
            <a:lvl1pPr marL="173736" indent="-173736">
              <a:lnSpc>
                <a:spcPts val="3200"/>
              </a:lnSpc>
              <a:spcBef>
                <a:spcPts val="0"/>
              </a:spcBef>
              <a:buFont typeface="Arial" pitchFamily="34" charset="0"/>
              <a:buChar char="•"/>
              <a:defRPr sz="2400" b="1">
                <a:solidFill>
                  <a:schemeClr val="bg1"/>
                </a:solidFill>
              </a:defRPr>
            </a:lvl1pPr>
            <a:lvl2pPr marL="173736" indent="-173736">
              <a:lnSpc>
                <a:spcPts val="3200"/>
              </a:lnSpc>
              <a:spcBef>
                <a:spcPts val="0"/>
              </a:spcBef>
              <a:buFont typeface="Arial" pitchFamily="34" charset="0"/>
              <a:buChar char="•"/>
              <a:defRPr sz="2400" b="1">
                <a:solidFill>
                  <a:schemeClr val="bg1"/>
                </a:solidFill>
              </a:defRPr>
            </a:lvl2pPr>
            <a:lvl3pPr marL="173736" indent="-173736">
              <a:lnSpc>
                <a:spcPts val="3200"/>
              </a:lnSpc>
              <a:spcBef>
                <a:spcPts val="0"/>
              </a:spcBef>
              <a:buFont typeface="Arial" pitchFamily="34" charset="0"/>
              <a:buChar char="•"/>
              <a:defRPr sz="2400" b="1">
                <a:solidFill>
                  <a:schemeClr val="bg1"/>
                </a:solidFill>
              </a:defRPr>
            </a:lvl3pPr>
            <a:lvl4pPr marL="173736" indent="-173736">
              <a:lnSpc>
                <a:spcPts val="3200"/>
              </a:lnSpc>
              <a:spcBef>
                <a:spcPts val="0"/>
              </a:spcBef>
              <a:buFont typeface="Arial" pitchFamily="34" charset="0"/>
              <a:buChar char="•"/>
              <a:defRPr sz="2400" b="1">
                <a:solidFill>
                  <a:schemeClr val="bg1"/>
                </a:solidFill>
              </a:defRPr>
            </a:lvl4pPr>
            <a:lvl5pPr marL="173736" indent="-173736">
              <a:lnSpc>
                <a:spcPts val="3200"/>
              </a:lnSpc>
              <a:spcBef>
                <a:spcPts val="0"/>
              </a:spcBef>
              <a:buFont typeface="Arial" pitchFamily="34" charset="0"/>
              <a:buChar char="•"/>
              <a:defRPr sz="2400" b="1">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4"/>
          <p:cNvSpPr>
            <a:spLocks noGrp="1"/>
          </p:cNvSpPr>
          <p:nvPr>
            <p:ph type="sldNum" sz="quarter" idx="4"/>
          </p:nvPr>
        </p:nvSpPr>
        <p:spPr>
          <a:xfrm>
            <a:off x="11332143" y="6460525"/>
            <a:ext cx="628851" cy="234133"/>
          </a:xfrm>
          <a:prstGeom prst="rect">
            <a:avLst/>
          </a:prstGeom>
        </p:spPr>
        <p:txBody>
          <a:bodyPr/>
          <a:lstStyle>
            <a:lvl1pPr>
              <a:defRPr sz="1050">
                <a:solidFill>
                  <a:schemeClr val="bg1"/>
                </a:solidFill>
              </a:defRPr>
            </a:lvl1pPr>
          </a:lstStyle>
          <a:p>
            <a:fld id="{8A480109-43AB-EE45-95D5-106F2E9FB1AA}" type="slidenum">
              <a:rPr lang="en-US" smtClean="0"/>
              <a:pPr/>
              <a:t>‹#›</a:t>
            </a:fld>
            <a:endParaRPr lang="en-US" dirty="0"/>
          </a:p>
        </p:txBody>
      </p:sp>
      <p:grpSp>
        <p:nvGrpSpPr>
          <p:cNvPr id="24" name="Group 23"/>
          <p:cNvGrpSpPr/>
          <p:nvPr userDrawn="1"/>
        </p:nvGrpSpPr>
        <p:grpSpPr>
          <a:xfrm>
            <a:off x="1689244" y="5862562"/>
            <a:ext cx="789734" cy="789734"/>
            <a:chOff x="11032820" y="482228"/>
            <a:chExt cx="914400" cy="914400"/>
          </a:xfrm>
        </p:grpSpPr>
        <p:sp>
          <p:nvSpPr>
            <p:cNvPr id="25" name="Oval 24"/>
            <p:cNvSpPr>
              <a:spLocks/>
            </p:cNvSpPr>
            <p:nvPr userDrawn="1"/>
          </p:nvSpPr>
          <p:spPr>
            <a:xfrm>
              <a:off x="11032820" y="482228"/>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6" name="Group 25"/>
            <p:cNvGrpSpPr/>
            <p:nvPr userDrawn="1"/>
          </p:nvGrpSpPr>
          <p:grpSpPr>
            <a:xfrm>
              <a:off x="11097667" y="547075"/>
              <a:ext cx="784707" cy="784707"/>
              <a:chOff x="11107807" y="549712"/>
              <a:chExt cx="784707" cy="784707"/>
            </a:xfrm>
          </p:grpSpPr>
          <p:sp>
            <p:nvSpPr>
              <p:cNvPr id="27" name="Oval 26"/>
              <p:cNvSpPr/>
              <p:nvPr userDrawn="1"/>
            </p:nvSpPr>
            <p:spPr>
              <a:xfrm>
                <a:off x="11107807" y="549712"/>
                <a:ext cx="784707" cy="784707"/>
              </a:xfrm>
              <a:prstGeom prst="ellipse">
                <a:avLst/>
              </a:prstGeom>
              <a:solidFill>
                <a:schemeClr val="bg1"/>
              </a:solidFill>
              <a:ln>
                <a:solidFill>
                  <a:srgbClr val="1E9D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8" name="Picture 27"/>
              <p:cNvPicPr>
                <a:picLocks noChangeAspect="1"/>
              </p:cNvPicPr>
              <p:nvPr userDrawn="1"/>
            </p:nvPicPr>
            <p:blipFill rotWithShape="1">
              <a:blip r:embed="rId2" cstate="print">
                <a:extLst>
                  <a:ext uri="{28A0092B-C50C-407E-A947-70E740481C1C}">
                    <a14:useLocalDpi xmlns:a14="http://schemas.microsoft.com/office/drawing/2010/main" val="0"/>
                  </a:ext>
                </a:extLst>
              </a:blip>
              <a:srcRect l="6766" t="8223" r="8340" b="8559"/>
              <a:stretch/>
            </p:blipFill>
            <p:spPr>
              <a:xfrm>
                <a:off x="11145716" y="596348"/>
                <a:ext cx="688609" cy="669235"/>
              </a:xfrm>
              <a:prstGeom prst="ellipse">
                <a:avLst/>
              </a:prstGeom>
            </p:spPr>
          </p:pic>
        </p:grpSp>
      </p:grpSp>
      <p:grpSp>
        <p:nvGrpSpPr>
          <p:cNvPr id="29" name="Group 28"/>
          <p:cNvGrpSpPr/>
          <p:nvPr userDrawn="1"/>
        </p:nvGrpSpPr>
        <p:grpSpPr>
          <a:xfrm>
            <a:off x="2535598" y="5862562"/>
            <a:ext cx="789734" cy="789734"/>
            <a:chOff x="11022653" y="1385030"/>
            <a:chExt cx="914400" cy="914400"/>
          </a:xfrm>
        </p:grpSpPr>
        <p:sp>
          <p:nvSpPr>
            <p:cNvPr id="30" name="Oval 29"/>
            <p:cNvSpPr>
              <a:spLocks/>
            </p:cNvSpPr>
            <p:nvPr userDrawn="1"/>
          </p:nvSpPr>
          <p:spPr>
            <a:xfrm>
              <a:off x="11022653" y="1385030"/>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1" name="Group 30"/>
            <p:cNvGrpSpPr/>
            <p:nvPr userDrawn="1"/>
          </p:nvGrpSpPr>
          <p:grpSpPr>
            <a:xfrm>
              <a:off x="11087500" y="1449877"/>
              <a:ext cx="784707" cy="784707"/>
              <a:chOff x="11104837" y="1451636"/>
              <a:chExt cx="784707" cy="784707"/>
            </a:xfrm>
          </p:grpSpPr>
          <p:sp>
            <p:nvSpPr>
              <p:cNvPr id="32" name="Oval 31"/>
              <p:cNvSpPr/>
              <p:nvPr userDrawn="1"/>
            </p:nvSpPr>
            <p:spPr>
              <a:xfrm>
                <a:off x="11104837" y="1451636"/>
                <a:ext cx="784707" cy="784707"/>
              </a:xfrm>
              <a:prstGeom prst="ellipse">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3" name="Picture 32"/>
              <p:cNvPicPr>
                <a:picLocks noChangeAspect="1"/>
              </p:cNvPicPr>
              <p:nvPr userDrawn="1"/>
            </p:nvPicPr>
            <p:blipFill rotWithShape="1">
              <a:blip r:embed="rId3" cstate="print">
                <a:extLst>
                  <a:ext uri="{28A0092B-C50C-407E-A947-70E740481C1C}">
                    <a14:useLocalDpi xmlns:a14="http://schemas.microsoft.com/office/drawing/2010/main" val="0"/>
                  </a:ext>
                </a:extLst>
              </a:blip>
              <a:srcRect l="10210" t="11521" r="11520" b="10209"/>
              <a:stretch/>
            </p:blipFill>
            <p:spPr>
              <a:xfrm>
                <a:off x="11173053" y="1512208"/>
                <a:ext cx="648273" cy="642732"/>
              </a:xfrm>
              <a:prstGeom prst="ellipse">
                <a:avLst/>
              </a:prstGeom>
            </p:spPr>
          </p:pic>
        </p:grpSp>
      </p:grpSp>
      <p:grpSp>
        <p:nvGrpSpPr>
          <p:cNvPr id="34" name="Group 33"/>
          <p:cNvGrpSpPr/>
          <p:nvPr userDrawn="1"/>
        </p:nvGrpSpPr>
        <p:grpSpPr>
          <a:xfrm>
            <a:off x="3389201" y="5862562"/>
            <a:ext cx="789734" cy="789734"/>
            <a:chOff x="11028752" y="2515610"/>
            <a:chExt cx="914400" cy="914400"/>
          </a:xfrm>
        </p:grpSpPr>
        <p:sp>
          <p:nvSpPr>
            <p:cNvPr id="35" name="Oval 34"/>
            <p:cNvSpPr>
              <a:spLocks/>
            </p:cNvSpPr>
            <p:nvPr userDrawn="1"/>
          </p:nvSpPr>
          <p:spPr>
            <a:xfrm>
              <a:off x="11028752" y="2515610"/>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6" name="Group 35"/>
            <p:cNvGrpSpPr/>
            <p:nvPr userDrawn="1"/>
          </p:nvGrpSpPr>
          <p:grpSpPr>
            <a:xfrm>
              <a:off x="11093599" y="2581594"/>
              <a:ext cx="784707" cy="784707"/>
              <a:chOff x="11104837" y="2920600"/>
              <a:chExt cx="784707" cy="784707"/>
            </a:xfrm>
          </p:grpSpPr>
          <p:sp>
            <p:nvSpPr>
              <p:cNvPr id="37" name="Oval 36"/>
              <p:cNvSpPr/>
              <p:nvPr userDrawn="1"/>
            </p:nvSpPr>
            <p:spPr>
              <a:xfrm>
                <a:off x="11104837" y="2920600"/>
                <a:ext cx="784707" cy="784707"/>
              </a:xfrm>
              <a:prstGeom prst="ellipse">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Picture 37"/>
              <p:cNvPicPr>
                <a:picLocks noChangeAspect="1"/>
              </p:cNvPicPr>
              <p:nvPr userDrawn="1"/>
            </p:nvPicPr>
            <p:blipFill rotWithShape="1">
              <a:blip r:embed="rId4" cstate="print">
                <a:extLst>
                  <a:ext uri="{28A0092B-C50C-407E-A947-70E740481C1C}">
                    <a14:useLocalDpi xmlns:a14="http://schemas.microsoft.com/office/drawing/2010/main" val="0"/>
                  </a:ext>
                </a:extLst>
              </a:blip>
              <a:srcRect l="6938" t="7355" r="7355" b="6938"/>
              <a:stretch/>
            </p:blipFill>
            <p:spPr>
              <a:xfrm>
                <a:off x="11152342" y="2951619"/>
                <a:ext cx="699558" cy="699558"/>
              </a:xfrm>
              <a:prstGeom prst="ellipse">
                <a:avLst/>
              </a:prstGeom>
            </p:spPr>
          </p:pic>
        </p:grpSp>
      </p:grpSp>
      <p:grpSp>
        <p:nvGrpSpPr>
          <p:cNvPr id="39" name="Group 38"/>
          <p:cNvGrpSpPr/>
          <p:nvPr userDrawn="1"/>
        </p:nvGrpSpPr>
        <p:grpSpPr>
          <a:xfrm>
            <a:off x="4245529" y="5853243"/>
            <a:ext cx="789734" cy="789734"/>
            <a:chOff x="11097267" y="3495357"/>
            <a:chExt cx="914400" cy="914400"/>
          </a:xfrm>
        </p:grpSpPr>
        <p:sp>
          <p:nvSpPr>
            <p:cNvPr id="40" name="Oval 39"/>
            <p:cNvSpPr>
              <a:spLocks/>
            </p:cNvSpPr>
            <p:nvPr userDrawn="1"/>
          </p:nvSpPr>
          <p:spPr>
            <a:xfrm>
              <a:off x="11097267" y="3495357"/>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1" name="Group 40"/>
            <p:cNvGrpSpPr/>
            <p:nvPr userDrawn="1"/>
          </p:nvGrpSpPr>
          <p:grpSpPr>
            <a:xfrm>
              <a:off x="11162114" y="3560204"/>
              <a:ext cx="784707" cy="784707"/>
              <a:chOff x="11098899" y="3886269"/>
              <a:chExt cx="784707" cy="784707"/>
            </a:xfrm>
          </p:grpSpPr>
          <p:sp>
            <p:nvSpPr>
              <p:cNvPr id="42" name="Oval 41"/>
              <p:cNvSpPr/>
              <p:nvPr userDrawn="1"/>
            </p:nvSpPr>
            <p:spPr>
              <a:xfrm>
                <a:off x="11098899" y="3886269"/>
                <a:ext cx="784707" cy="784707"/>
              </a:xfrm>
              <a:prstGeom prst="ellipse">
                <a:avLst/>
              </a:prstGeom>
              <a:solidFill>
                <a:schemeClr val="bg1"/>
              </a:solidFill>
              <a:ln>
                <a:solidFill>
                  <a:srgbClr val="007A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3" name="Picture 42"/>
              <p:cNvPicPr>
                <a:picLocks noChangeAspect="1"/>
              </p:cNvPicPr>
              <p:nvPr userDrawn="1"/>
            </p:nvPicPr>
            <p:blipFill rotWithShape="1">
              <a:blip r:embed="rId5" cstate="print">
                <a:extLst>
                  <a:ext uri="{28A0092B-C50C-407E-A947-70E740481C1C}">
                    <a14:useLocalDpi xmlns:a14="http://schemas.microsoft.com/office/drawing/2010/main" val="0"/>
                  </a:ext>
                </a:extLst>
              </a:blip>
              <a:srcRect l="8975" t="7055" r="7055" b="8974"/>
              <a:stretch/>
            </p:blipFill>
            <p:spPr>
              <a:xfrm>
                <a:off x="11146724" y="3920542"/>
                <a:ext cx="705176" cy="699148"/>
              </a:xfrm>
              <a:prstGeom prst="ellipse">
                <a:avLst/>
              </a:prstGeom>
            </p:spPr>
          </p:pic>
        </p:grpSp>
      </p:grpSp>
      <p:grpSp>
        <p:nvGrpSpPr>
          <p:cNvPr id="44" name="Group 43"/>
          <p:cNvGrpSpPr/>
          <p:nvPr userDrawn="1"/>
        </p:nvGrpSpPr>
        <p:grpSpPr>
          <a:xfrm>
            <a:off x="5103256" y="5862562"/>
            <a:ext cx="789734" cy="789734"/>
            <a:chOff x="11017515" y="4474604"/>
            <a:chExt cx="914400" cy="914400"/>
          </a:xfrm>
        </p:grpSpPr>
        <p:sp>
          <p:nvSpPr>
            <p:cNvPr id="45" name="Oval 44"/>
            <p:cNvSpPr>
              <a:spLocks/>
            </p:cNvSpPr>
            <p:nvPr userDrawn="1"/>
          </p:nvSpPr>
          <p:spPr>
            <a:xfrm>
              <a:off x="11017515" y="4474604"/>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6" name="Group 45"/>
            <p:cNvGrpSpPr/>
            <p:nvPr userDrawn="1"/>
          </p:nvGrpSpPr>
          <p:grpSpPr>
            <a:xfrm>
              <a:off x="11082362" y="4539451"/>
              <a:ext cx="784707" cy="784707"/>
              <a:chOff x="11090840" y="4785932"/>
              <a:chExt cx="784707" cy="784707"/>
            </a:xfrm>
          </p:grpSpPr>
          <p:sp>
            <p:nvSpPr>
              <p:cNvPr id="47" name="Oval 46"/>
              <p:cNvSpPr/>
              <p:nvPr userDrawn="1"/>
            </p:nvSpPr>
            <p:spPr>
              <a:xfrm>
                <a:off x="11090840" y="4785932"/>
                <a:ext cx="784707" cy="784707"/>
              </a:xfrm>
              <a:prstGeom prst="ellipse">
                <a:avLst/>
              </a:prstGeom>
              <a:solidFill>
                <a:schemeClr val="bg1"/>
              </a:solidFill>
              <a:ln>
                <a:solidFill>
                  <a:srgbClr val="1E9D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8" name="Picture 47"/>
              <p:cNvPicPr>
                <a:picLocks noChangeAspect="1"/>
              </p:cNvPicPr>
              <p:nvPr userDrawn="1"/>
            </p:nvPicPr>
            <p:blipFill rotWithShape="1">
              <a:blip r:embed="rId6" cstate="print">
                <a:extLst>
                  <a:ext uri="{28A0092B-C50C-407E-A947-70E740481C1C}">
                    <a14:useLocalDpi xmlns:a14="http://schemas.microsoft.com/office/drawing/2010/main" val="0"/>
                  </a:ext>
                </a:extLst>
              </a:blip>
              <a:srcRect l="5796" t="4796" r="4796" b="5796"/>
              <a:stretch/>
            </p:blipFill>
            <p:spPr>
              <a:xfrm>
                <a:off x="11111147" y="4802946"/>
                <a:ext cx="744093" cy="750679"/>
              </a:xfrm>
              <a:prstGeom prst="ellipse">
                <a:avLst/>
              </a:prstGeom>
            </p:spPr>
          </p:pic>
        </p:grpSp>
      </p:grpSp>
      <p:pic>
        <p:nvPicPr>
          <p:cNvPr id="49" name="Picture 48"/>
          <p:cNvPicPr>
            <a:picLocks noChangeAspect="1"/>
          </p:cNvPicPr>
          <p:nvPr userDrawn="1"/>
        </p:nvPicPr>
        <p:blipFill>
          <a:blip r:embed="rId7" cstate="print">
            <a:alphaModFix amt="74000"/>
            <a:extLst>
              <a:ext uri="{28A0092B-C50C-407E-A947-70E740481C1C}">
                <a14:useLocalDpi xmlns:a14="http://schemas.microsoft.com/office/drawing/2010/main" val="0"/>
              </a:ext>
            </a:extLst>
          </a:blip>
          <a:stretch>
            <a:fillRect/>
          </a:stretch>
        </p:blipFill>
        <p:spPr>
          <a:xfrm>
            <a:off x="6204240" y="6409551"/>
            <a:ext cx="3126867" cy="427228"/>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reakerBullet_Global IT_Mid-Blue">
    <p:spTree>
      <p:nvGrpSpPr>
        <p:cNvPr id="1" name=""/>
        <p:cNvGrpSpPr/>
        <p:nvPr/>
      </p:nvGrpSpPr>
      <p:grpSpPr>
        <a:xfrm>
          <a:off x="0" y="0"/>
          <a:ext cx="0" cy="0"/>
          <a:chOff x="0" y="0"/>
          <a:chExt cx="0" cy="0"/>
        </a:xfrm>
      </p:grpSpPr>
      <p:sp>
        <p:nvSpPr>
          <p:cNvPr id="6" name="Round Diagonal Corner Rectangle 5"/>
          <p:cNvSpPr/>
          <p:nvPr userDrawn="1"/>
        </p:nvSpPr>
        <p:spPr>
          <a:xfrm>
            <a:off x="306917" y="228600"/>
            <a:ext cx="11582400" cy="5486400"/>
          </a:xfrm>
          <a:prstGeom prst="round2DiagRect">
            <a:avLst>
              <a:gd name="adj1" fmla="val 0"/>
              <a:gd name="adj2" fmla="val 3917"/>
            </a:avLst>
          </a:prstGeom>
          <a:solidFill>
            <a:srgbClr val="007A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dirty="0">
              <a:solidFill>
                <a:schemeClr val="bg1"/>
              </a:solidFill>
              <a:latin typeface="+mj-lt"/>
            </a:endParaRPr>
          </a:p>
        </p:txBody>
      </p:sp>
      <p:sp>
        <p:nvSpPr>
          <p:cNvPr id="2" name="Title 1"/>
          <p:cNvSpPr>
            <a:spLocks noGrp="1"/>
          </p:cNvSpPr>
          <p:nvPr>
            <p:ph type="title"/>
          </p:nvPr>
        </p:nvSpPr>
        <p:spPr bwMode="gray">
          <a:xfrm>
            <a:off x="992717" y="1691640"/>
            <a:ext cx="10119360" cy="594360"/>
          </a:xfrm>
        </p:spPr>
        <p:txBody>
          <a:bodyPr/>
          <a:lstStyle>
            <a:lvl1pPr>
              <a:lnSpc>
                <a:spcPts val="5500"/>
              </a:lnSpc>
              <a:defRPr sz="4800">
                <a:solidFill>
                  <a:schemeClr val="bg1"/>
                </a:solidFill>
              </a:defRPr>
            </a:lvl1pPr>
          </a:lstStyle>
          <a:p>
            <a:r>
              <a:rPr lang="en-US"/>
              <a:t>Click to edit Master title style</a:t>
            </a:r>
            <a:endParaRPr lang="en-US" dirty="0"/>
          </a:p>
        </p:txBody>
      </p:sp>
      <p:sp>
        <p:nvSpPr>
          <p:cNvPr id="9" name="Text Placeholder 8"/>
          <p:cNvSpPr>
            <a:spLocks noGrp="1"/>
          </p:cNvSpPr>
          <p:nvPr>
            <p:ph type="body" sz="quarter" idx="12"/>
          </p:nvPr>
        </p:nvSpPr>
        <p:spPr bwMode="gray">
          <a:xfrm>
            <a:off x="992718" y="2606040"/>
            <a:ext cx="10888133" cy="1691640"/>
          </a:xfrm>
        </p:spPr>
        <p:txBody>
          <a:bodyPr numCol="2">
            <a:noAutofit/>
          </a:bodyPr>
          <a:lstStyle>
            <a:lvl1pPr marL="173736" indent="-173736">
              <a:lnSpc>
                <a:spcPts val="3200"/>
              </a:lnSpc>
              <a:spcBef>
                <a:spcPts val="0"/>
              </a:spcBef>
              <a:buFont typeface="Arial" pitchFamily="34" charset="0"/>
              <a:buChar char="•"/>
              <a:defRPr sz="2400" b="1">
                <a:solidFill>
                  <a:schemeClr val="bg1"/>
                </a:solidFill>
              </a:defRPr>
            </a:lvl1pPr>
            <a:lvl2pPr marL="173736" indent="-173736">
              <a:lnSpc>
                <a:spcPts val="3200"/>
              </a:lnSpc>
              <a:spcBef>
                <a:spcPts val="0"/>
              </a:spcBef>
              <a:buFont typeface="Arial" pitchFamily="34" charset="0"/>
              <a:buChar char="•"/>
              <a:defRPr sz="2400" b="1">
                <a:solidFill>
                  <a:schemeClr val="bg1"/>
                </a:solidFill>
              </a:defRPr>
            </a:lvl2pPr>
            <a:lvl3pPr marL="173736" indent="-173736">
              <a:lnSpc>
                <a:spcPts val="3200"/>
              </a:lnSpc>
              <a:spcBef>
                <a:spcPts val="0"/>
              </a:spcBef>
              <a:buFont typeface="Arial" pitchFamily="34" charset="0"/>
              <a:buChar char="•"/>
              <a:defRPr sz="2400" b="1">
                <a:solidFill>
                  <a:schemeClr val="bg1"/>
                </a:solidFill>
              </a:defRPr>
            </a:lvl3pPr>
            <a:lvl4pPr marL="173736" indent="-173736">
              <a:lnSpc>
                <a:spcPts val="3200"/>
              </a:lnSpc>
              <a:spcBef>
                <a:spcPts val="0"/>
              </a:spcBef>
              <a:buFont typeface="Arial" pitchFamily="34" charset="0"/>
              <a:buChar char="•"/>
              <a:defRPr sz="2400" b="1">
                <a:solidFill>
                  <a:schemeClr val="bg1"/>
                </a:solidFill>
              </a:defRPr>
            </a:lvl4pPr>
            <a:lvl5pPr marL="173736" indent="-173736">
              <a:lnSpc>
                <a:spcPts val="3200"/>
              </a:lnSpc>
              <a:spcBef>
                <a:spcPts val="0"/>
              </a:spcBef>
              <a:buFont typeface="Arial" pitchFamily="34" charset="0"/>
              <a:buChar char="•"/>
              <a:defRPr sz="2400" b="1">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4"/>
          <p:cNvSpPr txBox="1">
            <a:spLocks/>
          </p:cNvSpPr>
          <p:nvPr userDrawn="1"/>
        </p:nvSpPr>
        <p:spPr>
          <a:xfrm>
            <a:off x="11332143" y="6460525"/>
            <a:ext cx="628851" cy="234133"/>
          </a:xfrm>
          <a:prstGeom prst="rect">
            <a:avLst/>
          </a:prstGeom>
        </p:spPr>
        <p:txBody>
          <a:bodyPr/>
          <a:lstStyle>
            <a:defPPr>
              <a:defRPr lang="en-US"/>
            </a:defPPr>
            <a:lvl1pPr marL="0" algn="ctr" defTabSz="914400" rtl="0" eaLnBrk="1" latinLnBrk="0" hangingPunct="1">
              <a:defRPr sz="105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A480109-43AB-EE45-95D5-106F2E9FB1AA}" type="slidenum">
              <a:rPr lang="en-US" sz="1050" smtClean="0"/>
              <a:pPr/>
              <a:t>‹#›</a:t>
            </a:fld>
            <a:endParaRPr lang="en-US" sz="1050" dirty="0"/>
          </a:p>
        </p:txBody>
      </p:sp>
      <p:grpSp>
        <p:nvGrpSpPr>
          <p:cNvPr id="23" name="Group 22"/>
          <p:cNvGrpSpPr/>
          <p:nvPr userDrawn="1"/>
        </p:nvGrpSpPr>
        <p:grpSpPr>
          <a:xfrm>
            <a:off x="1689244" y="5862562"/>
            <a:ext cx="789734" cy="789734"/>
            <a:chOff x="11032820" y="482228"/>
            <a:chExt cx="914400" cy="914400"/>
          </a:xfrm>
        </p:grpSpPr>
        <p:sp>
          <p:nvSpPr>
            <p:cNvPr id="24" name="Oval 23"/>
            <p:cNvSpPr>
              <a:spLocks/>
            </p:cNvSpPr>
            <p:nvPr userDrawn="1"/>
          </p:nvSpPr>
          <p:spPr>
            <a:xfrm>
              <a:off x="11032820" y="482228"/>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5" name="Group 24"/>
            <p:cNvGrpSpPr/>
            <p:nvPr userDrawn="1"/>
          </p:nvGrpSpPr>
          <p:grpSpPr>
            <a:xfrm>
              <a:off x="11097667" y="547075"/>
              <a:ext cx="784707" cy="784707"/>
              <a:chOff x="11107807" y="549712"/>
              <a:chExt cx="784707" cy="784707"/>
            </a:xfrm>
          </p:grpSpPr>
          <p:sp>
            <p:nvSpPr>
              <p:cNvPr id="26" name="Oval 25"/>
              <p:cNvSpPr/>
              <p:nvPr userDrawn="1"/>
            </p:nvSpPr>
            <p:spPr>
              <a:xfrm>
                <a:off x="11107807" y="549712"/>
                <a:ext cx="784707" cy="784707"/>
              </a:xfrm>
              <a:prstGeom prst="ellipse">
                <a:avLst/>
              </a:prstGeom>
              <a:solidFill>
                <a:schemeClr val="bg1"/>
              </a:solidFill>
              <a:ln>
                <a:solidFill>
                  <a:srgbClr val="1E9D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7" name="Picture 26"/>
              <p:cNvPicPr>
                <a:picLocks noChangeAspect="1"/>
              </p:cNvPicPr>
              <p:nvPr userDrawn="1"/>
            </p:nvPicPr>
            <p:blipFill rotWithShape="1">
              <a:blip r:embed="rId2" cstate="print">
                <a:extLst>
                  <a:ext uri="{28A0092B-C50C-407E-A947-70E740481C1C}">
                    <a14:useLocalDpi xmlns:a14="http://schemas.microsoft.com/office/drawing/2010/main" val="0"/>
                  </a:ext>
                </a:extLst>
              </a:blip>
              <a:srcRect l="6766" t="8223" r="8340" b="8559"/>
              <a:stretch/>
            </p:blipFill>
            <p:spPr>
              <a:xfrm>
                <a:off x="11145716" y="596348"/>
                <a:ext cx="688609" cy="669235"/>
              </a:xfrm>
              <a:prstGeom prst="ellipse">
                <a:avLst/>
              </a:prstGeom>
            </p:spPr>
          </p:pic>
        </p:grpSp>
      </p:grpSp>
      <p:grpSp>
        <p:nvGrpSpPr>
          <p:cNvPr id="28" name="Group 27"/>
          <p:cNvGrpSpPr/>
          <p:nvPr userDrawn="1"/>
        </p:nvGrpSpPr>
        <p:grpSpPr>
          <a:xfrm>
            <a:off x="2535598" y="5862562"/>
            <a:ext cx="789734" cy="789734"/>
            <a:chOff x="11022653" y="1385030"/>
            <a:chExt cx="914400" cy="914400"/>
          </a:xfrm>
        </p:grpSpPr>
        <p:sp>
          <p:nvSpPr>
            <p:cNvPr id="30" name="Oval 29"/>
            <p:cNvSpPr>
              <a:spLocks/>
            </p:cNvSpPr>
            <p:nvPr userDrawn="1"/>
          </p:nvSpPr>
          <p:spPr>
            <a:xfrm>
              <a:off x="11022653" y="1385030"/>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1" name="Group 30"/>
            <p:cNvGrpSpPr/>
            <p:nvPr userDrawn="1"/>
          </p:nvGrpSpPr>
          <p:grpSpPr>
            <a:xfrm>
              <a:off x="11087500" y="1449877"/>
              <a:ext cx="784707" cy="784707"/>
              <a:chOff x="11104837" y="1451636"/>
              <a:chExt cx="784707" cy="784707"/>
            </a:xfrm>
          </p:grpSpPr>
          <p:sp>
            <p:nvSpPr>
              <p:cNvPr id="32" name="Oval 31"/>
              <p:cNvSpPr/>
              <p:nvPr userDrawn="1"/>
            </p:nvSpPr>
            <p:spPr>
              <a:xfrm>
                <a:off x="11104837" y="1451636"/>
                <a:ext cx="784707" cy="784707"/>
              </a:xfrm>
              <a:prstGeom prst="ellipse">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3" name="Picture 32"/>
              <p:cNvPicPr>
                <a:picLocks noChangeAspect="1"/>
              </p:cNvPicPr>
              <p:nvPr userDrawn="1"/>
            </p:nvPicPr>
            <p:blipFill rotWithShape="1">
              <a:blip r:embed="rId3" cstate="print">
                <a:extLst>
                  <a:ext uri="{28A0092B-C50C-407E-A947-70E740481C1C}">
                    <a14:useLocalDpi xmlns:a14="http://schemas.microsoft.com/office/drawing/2010/main" val="0"/>
                  </a:ext>
                </a:extLst>
              </a:blip>
              <a:srcRect l="10210" t="11521" r="11520" b="10209"/>
              <a:stretch/>
            </p:blipFill>
            <p:spPr>
              <a:xfrm>
                <a:off x="11173053" y="1512208"/>
                <a:ext cx="648273" cy="642732"/>
              </a:xfrm>
              <a:prstGeom prst="ellipse">
                <a:avLst/>
              </a:prstGeom>
            </p:spPr>
          </p:pic>
        </p:grpSp>
      </p:grpSp>
      <p:grpSp>
        <p:nvGrpSpPr>
          <p:cNvPr id="34" name="Group 33"/>
          <p:cNvGrpSpPr/>
          <p:nvPr userDrawn="1"/>
        </p:nvGrpSpPr>
        <p:grpSpPr>
          <a:xfrm>
            <a:off x="3389201" y="5862562"/>
            <a:ext cx="789734" cy="789734"/>
            <a:chOff x="11028752" y="2515610"/>
            <a:chExt cx="914400" cy="914400"/>
          </a:xfrm>
        </p:grpSpPr>
        <p:sp>
          <p:nvSpPr>
            <p:cNvPr id="35" name="Oval 34"/>
            <p:cNvSpPr>
              <a:spLocks/>
            </p:cNvSpPr>
            <p:nvPr userDrawn="1"/>
          </p:nvSpPr>
          <p:spPr>
            <a:xfrm>
              <a:off x="11028752" y="2515610"/>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6" name="Group 35"/>
            <p:cNvGrpSpPr/>
            <p:nvPr userDrawn="1"/>
          </p:nvGrpSpPr>
          <p:grpSpPr>
            <a:xfrm>
              <a:off x="11093599" y="2581594"/>
              <a:ext cx="784707" cy="784707"/>
              <a:chOff x="11104837" y="2920600"/>
              <a:chExt cx="784707" cy="784707"/>
            </a:xfrm>
          </p:grpSpPr>
          <p:sp>
            <p:nvSpPr>
              <p:cNvPr id="37" name="Oval 36"/>
              <p:cNvSpPr/>
              <p:nvPr userDrawn="1"/>
            </p:nvSpPr>
            <p:spPr>
              <a:xfrm>
                <a:off x="11104837" y="2920600"/>
                <a:ext cx="784707" cy="784707"/>
              </a:xfrm>
              <a:prstGeom prst="ellipse">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Picture 37"/>
              <p:cNvPicPr>
                <a:picLocks noChangeAspect="1"/>
              </p:cNvPicPr>
              <p:nvPr userDrawn="1"/>
            </p:nvPicPr>
            <p:blipFill rotWithShape="1">
              <a:blip r:embed="rId4" cstate="print">
                <a:extLst>
                  <a:ext uri="{28A0092B-C50C-407E-A947-70E740481C1C}">
                    <a14:useLocalDpi xmlns:a14="http://schemas.microsoft.com/office/drawing/2010/main" val="0"/>
                  </a:ext>
                </a:extLst>
              </a:blip>
              <a:srcRect l="6938" t="7355" r="7355" b="6938"/>
              <a:stretch/>
            </p:blipFill>
            <p:spPr>
              <a:xfrm>
                <a:off x="11152342" y="2951619"/>
                <a:ext cx="699558" cy="699558"/>
              </a:xfrm>
              <a:prstGeom prst="ellipse">
                <a:avLst/>
              </a:prstGeom>
            </p:spPr>
          </p:pic>
        </p:grpSp>
      </p:grpSp>
      <p:grpSp>
        <p:nvGrpSpPr>
          <p:cNvPr id="39" name="Group 38"/>
          <p:cNvGrpSpPr/>
          <p:nvPr userDrawn="1"/>
        </p:nvGrpSpPr>
        <p:grpSpPr>
          <a:xfrm>
            <a:off x="4245529" y="5853243"/>
            <a:ext cx="789734" cy="789734"/>
            <a:chOff x="11097267" y="3495357"/>
            <a:chExt cx="914400" cy="914400"/>
          </a:xfrm>
        </p:grpSpPr>
        <p:sp>
          <p:nvSpPr>
            <p:cNvPr id="40" name="Oval 39"/>
            <p:cNvSpPr>
              <a:spLocks/>
            </p:cNvSpPr>
            <p:nvPr userDrawn="1"/>
          </p:nvSpPr>
          <p:spPr>
            <a:xfrm>
              <a:off x="11097267" y="3495357"/>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1" name="Group 40"/>
            <p:cNvGrpSpPr/>
            <p:nvPr userDrawn="1"/>
          </p:nvGrpSpPr>
          <p:grpSpPr>
            <a:xfrm>
              <a:off x="11162114" y="3560204"/>
              <a:ext cx="784707" cy="784707"/>
              <a:chOff x="11098899" y="3886269"/>
              <a:chExt cx="784707" cy="784707"/>
            </a:xfrm>
          </p:grpSpPr>
          <p:sp>
            <p:nvSpPr>
              <p:cNvPr id="42" name="Oval 41"/>
              <p:cNvSpPr/>
              <p:nvPr userDrawn="1"/>
            </p:nvSpPr>
            <p:spPr>
              <a:xfrm>
                <a:off x="11098899" y="3886269"/>
                <a:ext cx="784707" cy="784707"/>
              </a:xfrm>
              <a:prstGeom prst="ellipse">
                <a:avLst/>
              </a:prstGeom>
              <a:solidFill>
                <a:schemeClr val="bg1"/>
              </a:solidFill>
              <a:ln>
                <a:solidFill>
                  <a:srgbClr val="007A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3" name="Picture 42"/>
              <p:cNvPicPr>
                <a:picLocks noChangeAspect="1"/>
              </p:cNvPicPr>
              <p:nvPr userDrawn="1"/>
            </p:nvPicPr>
            <p:blipFill rotWithShape="1">
              <a:blip r:embed="rId5" cstate="print">
                <a:extLst>
                  <a:ext uri="{28A0092B-C50C-407E-A947-70E740481C1C}">
                    <a14:useLocalDpi xmlns:a14="http://schemas.microsoft.com/office/drawing/2010/main" val="0"/>
                  </a:ext>
                </a:extLst>
              </a:blip>
              <a:srcRect l="8975" t="7055" r="7055" b="8974"/>
              <a:stretch/>
            </p:blipFill>
            <p:spPr>
              <a:xfrm>
                <a:off x="11146724" y="3920542"/>
                <a:ext cx="705176" cy="699148"/>
              </a:xfrm>
              <a:prstGeom prst="ellipse">
                <a:avLst/>
              </a:prstGeom>
            </p:spPr>
          </p:pic>
        </p:grpSp>
      </p:grpSp>
      <p:grpSp>
        <p:nvGrpSpPr>
          <p:cNvPr id="44" name="Group 43"/>
          <p:cNvGrpSpPr/>
          <p:nvPr userDrawn="1"/>
        </p:nvGrpSpPr>
        <p:grpSpPr>
          <a:xfrm>
            <a:off x="5103256" y="5862562"/>
            <a:ext cx="789734" cy="789734"/>
            <a:chOff x="11017515" y="4474604"/>
            <a:chExt cx="914400" cy="914400"/>
          </a:xfrm>
        </p:grpSpPr>
        <p:sp>
          <p:nvSpPr>
            <p:cNvPr id="45" name="Oval 44"/>
            <p:cNvSpPr>
              <a:spLocks/>
            </p:cNvSpPr>
            <p:nvPr userDrawn="1"/>
          </p:nvSpPr>
          <p:spPr>
            <a:xfrm>
              <a:off x="11017515" y="4474604"/>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2" name="Group 61"/>
            <p:cNvGrpSpPr/>
            <p:nvPr userDrawn="1"/>
          </p:nvGrpSpPr>
          <p:grpSpPr>
            <a:xfrm>
              <a:off x="11082362" y="4539451"/>
              <a:ext cx="784707" cy="784707"/>
              <a:chOff x="11090840" y="4785932"/>
              <a:chExt cx="784707" cy="784707"/>
            </a:xfrm>
          </p:grpSpPr>
          <p:sp>
            <p:nvSpPr>
              <p:cNvPr id="63" name="Oval 62"/>
              <p:cNvSpPr/>
              <p:nvPr userDrawn="1"/>
            </p:nvSpPr>
            <p:spPr>
              <a:xfrm>
                <a:off x="11090840" y="4785932"/>
                <a:ext cx="784707" cy="784707"/>
              </a:xfrm>
              <a:prstGeom prst="ellipse">
                <a:avLst/>
              </a:prstGeom>
              <a:solidFill>
                <a:schemeClr val="bg1"/>
              </a:solidFill>
              <a:ln>
                <a:solidFill>
                  <a:srgbClr val="1E9D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4" name="Picture 63"/>
              <p:cNvPicPr>
                <a:picLocks noChangeAspect="1"/>
              </p:cNvPicPr>
              <p:nvPr userDrawn="1"/>
            </p:nvPicPr>
            <p:blipFill rotWithShape="1">
              <a:blip r:embed="rId6" cstate="print">
                <a:extLst>
                  <a:ext uri="{28A0092B-C50C-407E-A947-70E740481C1C}">
                    <a14:useLocalDpi xmlns:a14="http://schemas.microsoft.com/office/drawing/2010/main" val="0"/>
                  </a:ext>
                </a:extLst>
              </a:blip>
              <a:srcRect l="5796" t="4796" r="4796" b="5796"/>
              <a:stretch/>
            </p:blipFill>
            <p:spPr>
              <a:xfrm>
                <a:off x="11111147" y="4802946"/>
                <a:ext cx="744093" cy="750679"/>
              </a:xfrm>
              <a:prstGeom prst="ellipse">
                <a:avLst/>
              </a:prstGeom>
            </p:spPr>
          </p:pic>
        </p:grpSp>
      </p:grpSp>
      <p:pic>
        <p:nvPicPr>
          <p:cNvPr id="65" name="Picture 64"/>
          <p:cNvPicPr>
            <a:picLocks noChangeAspect="1"/>
          </p:cNvPicPr>
          <p:nvPr userDrawn="1"/>
        </p:nvPicPr>
        <p:blipFill>
          <a:blip r:embed="rId7" cstate="print">
            <a:alphaModFix amt="74000"/>
            <a:extLst>
              <a:ext uri="{28A0092B-C50C-407E-A947-70E740481C1C}">
                <a14:useLocalDpi xmlns:a14="http://schemas.microsoft.com/office/drawing/2010/main" val="0"/>
              </a:ext>
            </a:extLst>
          </a:blip>
          <a:stretch>
            <a:fillRect/>
          </a:stretch>
        </p:blipFill>
        <p:spPr>
          <a:xfrm>
            <a:off x="6204240" y="6409551"/>
            <a:ext cx="3126867" cy="427228"/>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reakerBullet_Global IT_Lt-Blue">
    <p:spTree>
      <p:nvGrpSpPr>
        <p:cNvPr id="1" name=""/>
        <p:cNvGrpSpPr/>
        <p:nvPr/>
      </p:nvGrpSpPr>
      <p:grpSpPr>
        <a:xfrm>
          <a:off x="0" y="0"/>
          <a:ext cx="0" cy="0"/>
          <a:chOff x="0" y="0"/>
          <a:chExt cx="0" cy="0"/>
        </a:xfrm>
      </p:grpSpPr>
      <p:sp>
        <p:nvSpPr>
          <p:cNvPr id="6" name="Round Diagonal Corner Rectangle 5"/>
          <p:cNvSpPr/>
          <p:nvPr userDrawn="1"/>
        </p:nvSpPr>
        <p:spPr>
          <a:xfrm>
            <a:off x="306917" y="228600"/>
            <a:ext cx="11582400" cy="5486400"/>
          </a:xfrm>
          <a:prstGeom prst="round2DiagRect">
            <a:avLst>
              <a:gd name="adj1" fmla="val 0"/>
              <a:gd name="adj2" fmla="val 3917"/>
            </a:avLst>
          </a:prstGeom>
          <a:solidFill>
            <a:srgbClr val="1E9D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dirty="0">
              <a:solidFill>
                <a:schemeClr val="bg1"/>
              </a:solidFill>
              <a:latin typeface="+mj-lt"/>
            </a:endParaRPr>
          </a:p>
        </p:txBody>
      </p:sp>
      <p:sp>
        <p:nvSpPr>
          <p:cNvPr id="2" name="Title 1"/>
          <p:cNvSpPr>
            <a:spLocks noGrp="1"/>
          </p:cNvSpPr>
          <p:nvPr>
            <p:ph type="title"/>
          </p:nvPr>
        </p:nvSpPr>
        <p:spPr bwMode="gray">
          <a:xfrm>
            <a:off x="992717" y="1691640"/>
            <a:ext cx="10119360" cy="594360"/>
          </a:xfrm>
        </p:spPr>
        <p:txBody>
          <a:bodyPr/>
          <a:lstStyle>
            <a:lvl1pPr>
              <a:lnSpc>
                <a:spcPts val="5500"/>
              </a:lnSpc>
              <a:defRPr sz="4800">
                <a:solidFill>
                  <a:schemeClr val="bg1"/>
                </a:solidFill>
              </a:defRPr>
            </a:lvl1pPr>
          </a:lstStyle>
          <a:p>
            <a:r>
              <a:rPr lang="en-US"/>
              <a:t>Click to edit Master title style</a:t>
            </a:r>
            <a:endParaRPr lang="en-US" dirty="0"/>
          </a:p>
        </p:txBody>
      </p:sp>
      <p:sp>
        <p:nvSpPr>
          <p:cNvPr id="9" name="Text Placeholder 8"/>
          <p:cNvSpPr>
            <a:spLocks noGrp="1"/>
          </p:cNvSpPr>
          <p:nvPr>
            <p:ph type="body" sz="quarter" idx="12"/>
          </p:nvPr>
        </p:nvSpPr>
        <p:spPr bwMode="gray">
          <a:xfrm>
            <a:off x="992718" y="2606040"/>
            <a:ext cx="10888133" cy="1691640"/>
          </a:xfrm>
        </p:spPr>
        <p:txBody>
          <a:bodyPr numCol="2">
            <a:noAutofit/>
          </a:bodyPr>
          <a:lstStyle>
            <a:lvl1pPr marL="173736" indent="-173736">
              <a:lnSpc>
                <a:spcPts val="3200"/>
              </a:lnSpc>
              <a:spcBef>
                <a:spcPts val="0"/>
              </a:spcBef>
              <a:buFont typeface="Arial" pitchFamily="34" charset="0"/>
              <a:buChar char="•"/>
              <a:defRPr sz="2400" b="1">
                <a:solidFill>
                  <a:schemeClr val="bg1"/>
                </a:solidFill>
              </a:defRPr>
            </a:lvl1pPr>
            <a:lvl2pPr marL="173736" indent="-173736">
              <a:lnSpc>
                <a:spcPts val="3200"/>
              </a:lnSpc>
              <a:spcBef>
                <a:spcPts val="0"/>
              </a:spcBef>
              <a:buFont typeface="Arial" pitchFamily="34" charset="0"/>
              <a:buChar char="•"/>
              <a:defRPr sz="2400" b="1">
                <a:solidFill>
                  <a:schemeClr val="bg1"/>
                </a:solidFill>
              </a:defRPr>
            </a:lvl2pPr>
            <a:lvl3pPr marL="173736" indent="-173736">
              <a:lnSpc>
                <a:spcPts val="3200"/>
              </a:lnSpc>
              <a:spcBef>
                <a:spcPts val="0"/>
              </a:spcBef>
              <a:buFont typeface="Arial" pitchFamily="34" charset="0"/>
              <a:buChar char="•"/>
              <a:defRPr sz="2400" b="1">
                <a:solidFill>
                  <a:schemeClr val="bg1"/>
                </a:solidFill>
              </a:defRPr>
            </a:lvl3pPr>
            <a:lvl4pPr marL="173736" indent="-173736">
              <a:lnSpc>
                <a:spcPts val="3200"/>
              </a:lnSpc>
              <a:spcBef>
                <a:spcPts val="0"/>
              </a:spcBef>
              <a:buFont typeface="Arial" pitchFamily="34" charset="0"/>
              <a:buChar char="•"/>
              <a:defRPr sz="2400" b="1">
                <a:solidFill>
                  <a:schemeClr val="bg1"/>
                </a:solidFill>
              </a:defRPr>
            </a:lvl4pPr>
            <a:lvl5pPr marL="173736" indent="-173736">
              <a:lnSpc>
                <a:spcPts val="3200"/>
              </a:lnSpc>
              <a:spcBef>
                <a:spcPts val="0"/>
              </a:spcBef>
              <a:buFont typeface="Arial" pitchFamily="34" charset="0"/>
              <a:buChar char="•"/>
              <a:defRPr sz="2400" b="1">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4"/>
          <p:cNvSpPr txBox="1">
            <a:spLocks/>
          </p:cNvSpPr>
          <p:nvPr userDrawn="1"/>
        </p:nvSpPr>
        <p:spPr>
          <a:xfrm>
            <a:off x="11332143" y="6460525"/>
            <a:ext cx="628851" cy="234133"/>
          </a:xfrm>
          <a:prstGeom prst="rect">
            <a:avLst/>
          </a:prstGeom>
        </p:spPr>
        <p:txBody>
          <a:bodyPr/>
          <a:lstStyle>
            <a:defPPr>
              <a:defRPr lang="en-US"/>
            </a:defPPr>
            <a:lvl1pPr marL="0" algn="ctr" defTabSz="914400" rtl="0" eaLnBrk="1" latinLnBrk="0" hangingPunct="1">
              <a:defRPr sz="105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A480109-43AB-EE45-95D5-106F2E9FB1AA}" type="slidenum">
              <a:rPr lang="en-US" sz="1050" smtClean="0"/>
              <a:pPr/>
              <a:t>‹#›</a:t>
            </a:fld>
            <a:endParaRPr lang="en-US" sz="1050" dirty="0"/>
          </a:p>
        </p:txBody>
      </p:sp>
      <p:grpSp>
        <p:nvGrpSpPr>
          <p:cNvPr id="23" name="Group 22"/>
          <p:cNvGrpSpPr/>
          <p:nvPr userDrawn="1"/>
        </p:nvGrpSpPr>
        <p:grpSpPr>
          <a:xfrm>
            <a:off x="1689244" y="5862562"/>
            <a:ext cx="789734" cy="789734"/>
            <a:chOff x="11032820" y="482228"/>
            <a:chExt cx="914400" cy="914400"/>
          </a:xfrm>
        </p:grpSpPr>
        <p:sp>
          <p:nvSpPr>
            <p:cNvPr id="24" name="Oval 23"/>
            <p:cNvSpPr>
              <a:spLocks/>
            </p:cNvSpPr>
            <p:nvPr userDrawn="1"/>
          </p:nvSpPr>
          <p:spPr>
            <a:xfrm>
              <a:off x="11032820" y="482228"/>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5" name="Group 24"/>
            <p:cNvGrpSpPr/>
            <p:nvPr userDrawn="1"/>
          </p:nvGrpSpPr>
          <p:grpSpPr>
            <a:xfrm>
              <a:off x="11097667" y="547075"/>
              <a:ext cx="784707" cy="784707"/>
              <a:chOff x="11107807" y="549712"/>
              <a:chExt cx="784707" cy="784707"/>
            </a:xfrm>
          </p:grpSpPr>
          <p:sp>
            <p:nvSpPr>
              <p:cNvPr id="26" name="Oval 25"/>
              <p:cNvSpPr/>
              <p:nvPr userDrawn="1"/>
            </p:nvSpPr>
            <p:spPr>
              <a:xfrm>
                <a:off x="11107807" y="549712"/>
                <a:ext cx="784707" cy="784707"/>
              </a:xfrm>
              <a:prstGeom prst="ellipse">
                <a:avLst/>
              </a:prstGeom>
              <a:solidFill>
                <a:schemeClr val="bg1"/>
              </a:solidFill>
              <a:ln>
                <a:solidFill>
                  <a:srgbClr val="1E9D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7" name="Picture 26"/>
              <p:cNvPicPr>
                <a:picLocks noChangeAspect="1"/>
              </p:cNvPicPr>
              <p:nvPr userDrawn="1"/>
            </p:nvPicPr>
            <p:blipFill rotWithShape="1">
              <a:blip r:embed="rId2" cstate="print">
                <a:extLst>
                  <a:ext uri="{28A0092B-C50C-407E-A947-70E740481C1C}">
                    <a14:useLocalDpi xmlns:a14="http://schemas.microsoft.com/office/drawing/2010/main" val="0"/>
                  </a:ext>
                </a:extLst>
              </a:blip>
              <a:srcRect l="6766" t="8223" r="8340" b="8559"/>
              <a:stretch/>
            </p:blipFill>
            <p:spPr>
              <a:xfrm>
                <a:off x="11145716" y="596348"/>
                <a:ext cx="688609" cy="669235"/>
              </a:xfrm>
              <a:prstGeom prst="ellipse">
                <a:avLst/>
              </a:prstGeom>
            </p:spPr>
          </p:pic>
        </p:grpSp>
      </p:grpSp>
      <p:grpSp>
        <p:nvGrpSpPr>
          <p:cNvPr id="45" name="Group 44"/>
          <p:cNvGrpSpPr/>
          <p:nvPr userDrawn="1"/>
        </p:nvGrpSpPr>
        <p:grpSpPr>
          <a:xfrm>
            <a:off x="2535598" y="5862562"/>
            <a:ext cx="789734" cy="789734"/>
            <a:chOff x="11022653" y="1385030"/>
            <a:chExt cx="914400" cy="914400"/>
          </a:xfrm>
        </p:grpSpPr>
        <p:sp>
          <p:nvSpPr>
            <p:cNvPr id="46" name="Oval 45"/>
            <p:cNvSpPr>
              <a:spLocks/>
            </p:cNvSpPr>
            <p:nvPr userDrawn="1"/>
          </p:nvSpPr>
          <p:spPr>
            <a:xfrm>
              <a:off x="11022653" y="1385030"/>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7" name="Group 46"/>
            <p:cNvGrpSpPr/>
            <p:nvPr userDrawn="1"/>
          </p:nvGrpSpPr>
          <p:grpSpPr>
            <a:xfrm>
              <a:off x="11087500" y="1449877"/>
              <a:ext cx="784707" cy="784707"/>
              <a:chOff x="11104837" y="1451636"/>
              <a:chExt cx="784707" cy="784707"/>
            </a:xfrm>
          </p:grpSpPr>
          <p:sp>
            <p:nvSpPr>
              <p:cNvPr id="48" name="Oval 47"/>
              <p:cNvSpPr/>
              <p:nvPr userDrawn="1"/>
            </p:nvSpPr>
            <p:spPr>
              <a:xfrm>
                <a:off x="11104837" y="1451636"/>
                <a:ext cx="784707" cy="784707"/>
              </a:xfrm>
              <a:prstGeom prst="ellipse">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9" name="Picture 48"/>
              <p:cNvPicPr>
                <a:picLocks noChangeAspect="1"/>
              </p:cNvPicPr>
              <p:nvPr userDrawn="1"/>
            </p:nvPicPr>
            <p:blipFill rotWithShape="1">
              <a:blip r:embed="rId3" cstate="print">
                <a:extLst>
                  <a:ext uri="{28A0092B-C50C-407E-A947-70E740481C1C}">
                    <a14:useLocalDpi xmlns:a14="http://schemas.microsoft.com/office/drawing/2010/main" val="0"/>
                  </a:ext>
                </a:extLst>
              </a:blip>
              <a:srcRect l="10210" t="11521" r="11520" b="10209"/>
              <a:stretch/>
            </p:blipFill>
            <p:spPr>
              <a:xfrm>
                <a:off x="11173053" y="1512208"/>
                <a:ext cx="648273" cy="642732"/>
              </a:xfrm>
              <a:prstGeom prst="ellipse">
                <a:avLst/>
              </a:prstGeom>
            </p:spPr>
          </p:pic>
        </p:grpSp>
      </p:grpSp>
      <p:grpSp>
        <p:nvGrpSpPr>
          <p:cNvPr id="50" name="Group 49"/>
          <p:cNvGrpSpPr/>
          <p:nvPr userDrawn="1"/>
        </p:nvGrpSpPr>
        <p:grpSpPr>
          <a:xfrm>
            <a:off x="3389201" y="5862562"/>
            <a:ext cx="789734" cy="789734"/>
            <a:chOff x="11028752" y="2515610"/>
            <a:chExt cx="914400" cy="914400"/>
          </a:xfrm>
        </p:grpSpPr>
        <p:sp>
          <p:nvSpPr>
            <p:cNvPr id="51" name="Oval 50"/>
            <p:cNvSpPr>
              <a:spLocks/>
            </p:cNvSpPr>
            <p:nvPr userDrawn="1"/>
          </p:nvSpPr>
          <p:spPr>
            <a:xfrm>
              <a:off x="11028752" y="2515610"/>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2" name="Group 51"/>
            <p:cNvGrpSpPr/>
            <p:nvPr userDrawn="1"/>
          </p:nvGrpSpPr>
          <p:grpSpPr>
            <a:xfrm>
              <a:off x="11093599" y="2581594"/>
              <a:ext cx="784707" cy="784707"/>
              <a:chOff x="11104837" y="2920600"/>
              <a:chExt cx="784707" cy="784707"/>
            </a:xfrm>
          </p:grpSpPr>
          <p:sp>
            <p:nvSpPr>
              <p:cNvPr id="53" name="Oval 52"/>
              <p:cNvSpPr/>
              <p:nvPr userDrawn="1"/>
            </p:nvSpPr>
            <p:spPr>
              <a:xfrm>
                <a:off x="11104837" y="2920600"/>
                <a:ext cx="784707" cy="784707"/>
              </a:xfrm>
              <a:prstGeom prst="ellipse">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4" name="Picture 53"/>
              <p:cNvPicPr>
                <a:picLocks noChangeAspect="1"/>
              </p:cNvPicPr>
              <p:nvPr userDrawn="1"/>
            </p:nvPicPr>
            <p:blipFill rotWithShape="1">
              <a:blip r:embed="rId4" cstate="print">
                <a:extLst>
                  <a:ext uri="{28A0092B-C50C-407E-A947-70E740481C1C}">
                    <a14:useLocalDpi xmlns:a14="http://schemas.microsoft.com/office/drawing/2010/main" val="0"/>
                  </a:ext>
                </a:extLst>
              </a:blip>
              <a:srcRect l="6938" t="7355" r="7355" b="6938"/>
              <a:stretch/>
            </p:blipFill>
            <p:spPr>
              <a:xfrm>
                <a:off x="11152342" y="2951619"/>
                <a:ext cx="699558" cy="699558"/>
              </a:xfrm>
              <a:prstGeom prst="ellipse">
                <a:avLst/>
              </a:prstGeom>
            </p:spPr>
          </p:pic>
        </p:grpSp>
      </p:grpSp>
      <p:grpSp>
        <p:nvGrpSpPr>
          <p:cNvPr id="55" name="Group 54"/>
          <p:cNvGrpSpPr/>
          <p:nvPr userDrawn="1"/>
        </p:nvGrpSpPr>
        <p:grpSpPr>
          <a:xfrm>
            <a:off x="4245529" y="5853243"/>
            <a:ext cx="789734" cy="789734"/>
            <a:chOff x="11097267" y="3495357"/>
            <a:chExt cx="914400" cy="914400"/>
          </a:xfrm>
        </p:grpSpPr>
        <p:sp>
          <p:nvSpPr>
            <p:cNvPr id="56" name="Oval 55"/>
            <p:cNvSpPr>
              <a:spLocks/>
            </p:cNvSpPr>
            <p:nvPr userDrawn="1"/>
          </p:nvSpPr>
          <p:spPr>
            <a:xfrm>
              <a:off x="11097267" y="3495357"/>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7" name="Group 56"/>
            <p:cNvGrpSpPr/>
            <p:nvPr userDrawn="1"/>
          </p:nvGrpSpPr>
          <p:grpSpPr>
            <a:xfrm>
              <a:off x="11162114" y="3560204"/>
              <a:ext cx="784707" cy="784707"/>
              <a:chOff x="11098899" y="3886269"/>
              <a:chExt cx="784707" cy="784707"/>
            </a:xfrm>
          </p:grpSpPr>
          <p:sp>
            <p:nvSpPr>
              <p:cNvPr id="58" name="Oval 57"/>
              <p:cNvSpPr/>
              <p:nvPr userDrawn="1"/>
            </p:nvSpPr>
            <p:spPr>
              <a:xfrm>
                <a:off x="11098899" y="3886269"/>
                <a:ext cx="784707" cy="784707"/>
              </a:xfrm>
              <a:prstGeom prst="ellipse">
                <a:avLst/>
              </a:prstGeom>
              <a:solidFill>
                <a:schemeClr val="bg1"/>
              </a:solidFill>
              <a:ln>
                <a:solidFill>
                  <a:srgbClr val="007A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9" name="Picture 58"/>
              <p:cNvPicPr>
                <a:picLocks noChangeAspect="1"/>
              </p:cNvPicPr>
              <p:nvPr userDrawn="1"/>
            </p:nvPicPr>
            <p:blipFill rotWithShape="1">
              <a:blip r:embed="rId5" cstate="print">
                <a:extLst>
                  <a:ext uri="{28A0092B-C50C-407E-A947-70E740481C1C}">
                    <a14:useLocalDpi xmlns:a14="http://schemas.microsoft.com/office/drawing/2010/main" val="0"/>
                  </a:ext>
                </a:extLst>
              </a:blip>
              <a:srcRect l="8975" t="7055" r="7055" b="8974"/>
              <a:stretch/>
            </p:blipFill>
            <p:spPr>
              <a:xfrm>
                <a:off x="11146724" y="3920542"/>
                <a:ext cx="705176" cy="699148"/>
              </a:xfrm>
              <a:prstGeom prst="ellipse">
                <a:avLst/>
              </a:prstGeom>
            </p:spPr>
          </p:pic>
        </p:grpSp>
      </p:grpSp>
      <p:grpSp>
        <p:nvGrpSpPr>
          <p:cNvPr id="60" name="Group 59"/>
          <p:cNvGrpSpPr/>
          <p:nvPr userDrawn="1"/>
        </p:nvGrpSpPr>
        <p:grpSpPr>
          <a:xfrm>
            <a:off x="5103256" y="5862562"/>
            <a:ext cx="789734" cy="789734"/>
            <a:chOff x="11017515" y="4474604"/>
            <a:chExt cx="914400" cy="914400"/>
          </a:xfrm>
        </p:grpSpPr>
        <p:sp>
          <p:nvSpPr>
            <p:cNvPr id="61" name="Oval 60"/>
            <p:cNvSpPr>
              <a:spLocks/>
            </p:cNvSpPr>
            <p:nvPr userDrawn="1"/>
          </p:nvSpPr>
          <p:spPr>
            <a:xfrm>
              <a:off x="11017515" y="4474604"/>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2" name="Group 61"/>
            <p:cNvGrpSpPr/>
            <p:nvPr userDrawn="1"/>
          </p:nvGrpSpPr>
          <p:grpSpPr>
            <a:xfrm>
              <a:off x="11082362" y="4539451"/>
              <a:ext cx="784707" cy="784707"/>
              <a:chOff x="11090840" y="4785932"/>
              <a:chExt cx="784707" cy="784707"/>
            </a:xfrm>
          </p:grpSpPr>
          <p:sp>
            <p:nvSpPr>
              <p:cNvPr id="63" name="Oval 62"/>
              <p:cNvSpPr/>
              <p:nvPr userDrawn="1"/>
            </p:nvSpPr>
            <p:spPr>
              <a:xfrm>
                <a:off x="11090840" y="4785932"/>
                <a:ext cx="784707" cy="784707"/>
              </a:xfrm>
              <a:prstGeom prst="ellipse">
                <a:avLst/>
              </a:prstGeom>
              <a:solidFill>
                <a:schemeClr val="bg1"/>
              </a:solidFill>
              <a:ln>
                <a:solidFill>
                  <a:srgbClr val="1E9D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4" name="Picture 63"/>
              <p:cNvPicPr>
                <a:picLocks noChangeAspect="1"/>
              </p:cNvPicPr>
              <p:nvPr userDrawn="1"/>
            </p:nvPicPr>
            <p:blipFill rotWithShape="1">
              <a:blip r:embed="rId6" cstate="print">
                <a:extLst>
                  <a:ext uri="{28A0092B-C50C-407E-A947-70E740481C1C}">
                    <a14:useLocalDpi xmlns:a14="http://schemas.microsoft.com/office/drawing/2010/main" val="0"/>
                  </a:ext>
                </a:extLst>
              </a:blip>
              <a:srcRect l="5796" t="4796" r="4796" b="5796"/>
              <a:stretch/>
            </p:blipFill>
            <p:spPr>
              <a:xfrm>
                <a:off x="11111147" y="4802946"/>
                <a:ext cx="744093" cy="750679"/>
              </a:xfrm>
              <a:prstGeom prst="ellipse">
                <a:avLst/>
              </a:prstGeom>
            </p:spPr>
          </p:pic>
        </p:grpSp>
      </p:grpSp>
      <p:pic>
        <p:nvPicPr>
          <p:cNvPr id="65" name="Picture 64"/>
          <p:cNvPicPr>
            <a:picLocks noChangeAspect="1"/>
          </p:cNvPicPr>
          <p:nvPr userDrawn="1"/>
        </p:nvPicPr>
        <p:blipFill>
          <a:blip r:embed="rId7" cstate="print">
            <a:alphaModFix amt="74000"/>
            <a:extLst>
              <a:ext uri="{28A0092B-C50C-407E-A947-70E740481C1C}">
                <a14:useLocalDpi xmlns:a14="http://schemas.microsoft.com/office/drawing/2010/main" val="0"/>
              </a:ext>
            </a:extLst>
          </a:blip>
          <a:stretch>
            <a:fillRect/>
          </a:stretch>
        </p:blipFill>
        <p:spPr>
          <a:xfrm>
            <a:off x="6204240" y="6409551"/>
            <a:ext cx="3126867" cy="427228"/>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reakerMosaicBullet_Global IT_Blue">
    <p:spTree>
      <p:nvGrpSpPr>
        <p:cNvPr id="1" name=""/>
        <p:cNvGrpSpPr/>
        <p:nvPr/>
      </p:nvGrpSpPr>
      <p:grpSpPr>
        <a:xfrm>
          <a:off x="0" y="0"/>
          <a:ext cx="0" cy="0"/>
          <a:chOff x="0" y="0"/>
          <a:chExt cx="0" cy="0"/>
        </a:xfrm>
      </p:grpSpPr>
      <p:sp>
        <p:nvSpPr>
          <p:cNvPr id="8" name="Round Diagonal Corner Rectangle 7"/>
          <p:cNvSpPr/>
          <p:nvPr userDrawn="1"/>
        </p:nvSpPr>
        <p:spPr>
          <a:xfrm>
            <a:off x="304800" y="228600"/>
            <a:ext cx="9265920" cy="2487168"/>
          </a:xfrm>
          <a:prstGeom prst="round2DiagRect">
            <a:avLst>
              <a:gd name="adj1" fmla="val 8670"/>
              <a:gd name="adj2" fmla="val 0"/>
            </a:avLst>
          </a:prstGeom>
          <a:solidFill>
            <a:srgbClr val="005C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bwMode="gray">
          <a:xfrm>
            <a:off x="987552" y="694944"/>
            <a:ext cx="6705600" cy="1371600"/>
          </a:xfrm>
        </p:spPr>
        <p:txBody>
          <a:bodyPr/>
          <a:lstStyle>
            <a:lvl1pPr>
              <a:lnSpc>
                <a:spcPts val="5500"/>
              </a:lnSpc>
              <a:defRPr sz="4800">
                <a:solidFill>
                  <a:schemeClr val="bg1"/>
                </a:solidFill>
              </a:defRPr>
            </a:lvl1pPr>
          </a:lstStyle>
          <a:p>
            <a:r>
              <a:rPr lang="en-US"/>
              <a:t>Click to edit Master title style</a:t>
            </a:r>
            <a:endParaRPr lang="en-US" dirty="0"/>
          </a:p>
        </p:txBody>
      </p:sp>
      <p:sp>
        <p:nvSpPr>
          <p:cNvPr id="9" name="Text Placeholder 8"/>
          <p:cNvSpPr>
            <a:spLocks noGrp="1"/>
          </p:cNvSpPr>
          <p:nvPr>
            <p:ph type="body" sz="quarter" idx="12"/>
          </p:nvPr>
        </p:nvSpPr>
        <p:spPr>
          <a:xfrm>
            <a:off x="987552" y="3026664"/>
            <a:ext cx="9407397" cy="3142404"/>
          </a:xfrm>
        </p:spPr>
        <p:txBody>
          <a:bodyPr numCol="1">
            <a:noAutofit/>
          </a:bodyPr>
          <a:lstStyle>
            <a:lvl1pPr marL="173736" indent="-173736">
              <a:lnSpc>
                <a:spcPts val="3500"/>
              </a:lnSpc>
              <a:spcBef>
                <a:spcPts val="0"/>
              </a:spcBef>
              <a:buFont typeface="Arial" pitchFamily="34" charset="0"/>
              <a:buChar char="•"/>
              <a:defRPr sz="2800" b="0">
                <a:solidFill>
                  <a:schemeClr val="tx1"/>
                </a:solidFill>
              </a:defRPr>
            </a:lvl1pPr>
            <a:lvl2pPr marL="173736" indent="-173736">
              <a:lnSpc>
                <a:spcPts val="3500"/>
              </a:lnSpc>
              <a:spcBef>
                <a:spcPts val="0"/>
              </a:spcBef>
              <a:buFont typeface="Arial" pitchFamily="34" charset="0"/>
              <a:buChar char="•"/>
              <a:defRPr sz="2800" b="0">
                <a:solidFill>
                  <a:schemeClr val="tx1"/>
                </a:solidFill>
              </a:defRPr>
            </a:lvl2pPr>
            <a:lvl3pPr marL="173736" indent="-173736">
              <a:lnSpc>
                <a:spcPts val="3500"/>
              </a:lnSpc>
              <a:spcBef>
                <a:spcPts val="0"/>
              </a:spcBef>
              <a:buFont typeface="Arial" pitchFamily="34" charset="0"/>
              <a:buChar char="•"/>
              <a:defRPr sz="2800" b="0">
                <a:solidFill>
                  <a:schemeClr val="tx1"/>
                </a:solidFill>
              </a:defRPr>
            </a:lvl3pPr>
            <a:lvl4pPr marL="173736" indent="-173736">
              <a:lnSpc>
                <a:spcPts val="3500"/>
              </a:lnSpc>
              <a:spcBef>
                <a:spcPts val="0"/>
              </a:spcBef>
              <a:buFont typeface="Arial" pitchFamily="34" charset="0"/>
              <a:buChar char="•"/>
              <a:defRPr sz="2800" b="0">
                <a:solidFill>
                  <a:schemeClr val="tx1"/>
                </a:solidFill>
              </a:defRPr>
            </a:lvl4pPr>
            <a:lvl5pPr marL="173736" indent="-173736">
              <a:lnSpc>
                <a:spcPts val="3500"/>
              </a:lnSpc>
              <a:spcBef>
                <a:spcPts val="0"/>
              </a:spcBef>
              <a:buFont typeface="Arial" pitchFamily="34" charset="0"/>
              <a:buChar char="•"/>
              <a:defRPr sz="2800" b="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ound Diagonal Corner Rectangle 9"/>
          <p:cNvSpPr/>
          <p:nvPr userDrawn="1"/>
        </p:nvSpPr>
        <p:spPr>
          <a:xfrm>
            <a:off x="9729216" y="1115568"/>
            <a:ext cx="1170432" cy="493776"/>
          </a:xfrm>
          <a:prstGeom prst="round2DiagRect">
            <a:avLst>
              <a:gd name="adj1" fmla="val 38584"/>
              <a:gd name="adj2" fmla="val 0"/>
            </a:avLst>
          </a:prstGeom>
          <a:solidFill>
            <a:srgbClr val="1E9D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ound Diagonal Corner Rectangle 10"/>
          <p:cNvSpPr/>
          <p:nvPr userDrawn="1"/>
        </p:nvSpPr>
        <p:spPr>
          <a:xfrm>
            <a:off x="9729216" y="1719072"/>
            <a:ext cx="2170176" cy="996696"/>
          </a:xfrm>
          <a:prstGeom prst="round2DiagRect">
            <a:avLst>
              <a:gd name="adj1" fmla="val 612"/>
              <a:gd name="adj2" fmla="val 21637"/>
            </a:avLst>
          </a:prstGeom>
          <a:solidFill>
            <a:srgbClr val="007A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3" name="Slide Number Placeholder 4"/>
          <p:cNvSpPr txBox="1">
            <a:spLocks/>
          </p:cNvSpPr>
          <p:nvPr userDrawn="1"/>
        </p:nvSpPr>
        <p:spPr>
          <a:xfrm>
            <a:off x="11332143" y="6460525"/>
            <a:ext cx="628851" cy="234133"/>
          </a:xfrm>
          <a:prstGeom prst="rect">
            <a:avLst/>
          </a:prstGeom>
        </p:spPr>
        <p:txBody>
          <a:bodyPr/>
          <a:lstStyle>
            <a:defPPr>
              <a:defRPr lang="en-US"/>
            </a:defPPr>
            <a:lvl1pPr marL="0" algn="ctr" defTabSz="914400" rtl="0" eaLnBrk="1" latinLnBrk="0" hangingPunct="1">
              <a:defRPr sz="105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A480109-43AB-EE45-95D5-106F2E9FB1AA}" type="slidenum">
              <a:rPr lang="en-US" sz="1050" smtClean="0"/>
              <a:pPr/>
              <a:t>‹#›</a:t>
            </a:fld>
            <a:endParaRPr lang="en-US" sz="1050" dirty="0"/>
          </a:p>
        </p:txBody>
      </p:sp>
      <p:pic>
        <p:nvPicPr>
          <p:cNvPr id="12" name="Picture 11"/>
          <p:cNvPicPr>
            <a:picLocks noChangeAspect="1"/>
          </p:cNvPicPr>
          <p:nvPr userDrawn="1"/>
        </p:nvPicPr>
        <p:blipFill>
          <a:blip r:embed="rId2" cstate="print">
            <a:alphaModFix amt="74000"/>
            <a:extLst>
              <a:ext uri="{28A0092B-C50C-407E-A947-70E740481C1C}">
                <a14:useLocalDpi xmlns:a14="http://schemas.microsoft.com/office/drawing/2010/main" val="0"/>
              </a:ext>
            </a:extLst>
          </a:blip>
          <a:stretch>
            <a:fillRect/>
          </a:stretch>
        </p:blipFill>
        <p:spPr>
          <a:xfrm>
            <a:off x="1617913" y="6414200"/>
            <a:ext cx="3126867" cy="427228"/>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Bullet__Global IT_Blue">
    <p:spTree>
      <p:nvGrpSpPr>
        <p:cNvPr id="1" name=""/>
        <p:cNvGrpSpPr/>
        <p:nvPr/>
      </p:nvGrpSpPr>
      <p:grpSpPr>
        <a:xfrm>
          <a:off x="0" y="0"/>
          <a:ext cx="0" cy="0"/>
          <a:chOff x="0" y="0"/>
          <a:chExt cx="0" cy="0"/>
        </a:xfrm>
      </p:grpSpPr>
      <p:sp>
        <p:nvSpPr>
          <p:cNvPr id="7" name="Title 1"/>
          <p:cNvSpPr>
            <a:spLocks noGrp="1"/>
          </p:cNvSpPr>
          <p:nvPr>
            <p:ph type="title"/>
          </p:nvPr>
        </p:nvSpPr>
        <p:spPr>
          <a:xfrm>
            <a:off x="457200" y="502921"/>
            <a:ext cx="10090149" cy="457200"/>
          </a:xfrm>
        </p:spPr>
        <p:txBody>
          <a:bodyPr/>
          <a:lstStyle>
            <a:lvl1pPr>
              <a:lnSpc>
                <a:spcPts val="4000"/>
              </a:lnSpc>
              <a:defRPr sz="4000">
                <a:solidFill>
                  <a:srgbClr val="005C84"/>
                </a:solidFill>
              </a:defRPr>
            </a:lvl1pPr>
          </a:lstStyle>
          <a:p>
            <a:r>
              <a:rPr lang="en-US" dirty="0"/>
              <a:t>Click to edit Master title style</a:t>
            </a:r>
          </a:p>
        </p:txBody>
      </p:sp>
      <p:sp>
        <p:nvSpPr>
          <p:cNvPr id="12" name="Text Placeholder 8"/>
          <p:cNvSpPr>
            <a:spLocks noGrp="1"/>
          </p:cNvSpPr>
          <p:nvPr>
            <p:ph type="body" sz="quarter" idx="13"/>
          </p:nvPr>
        </p:nvSpPr>
        <p:spPr>
          <a:xfrm>
            <a:off x="457200" y="1750219"/>
            <a:ext cx="10090149" cy="457200"/>
          </a:xfrm>
        </p:spPr>
        <p:txBody>
          <a:bodyPr numCol="1">
            <a:noAutofit/>
          </a:bodyPr>
          <a:lstStyle>
            <a:lvl1pPr marL="173736" indent="-173736">
              <a:lnSpc>
                <a:spcPts val="3560"/>
              </a:lnSpc>
              <a:spcBef>
                <a:spcPts val="0"/>
              </a:spcBef>
              <a:spcAft>
                <a:spcPts val="900"/>
              </a:spcAft>
              <a:buFont typeface="Arial" pitchFamily="34" charset="0"/>
              <a:buChar char="•"/>
              <a:defRPr sz="2800" b="0">
                <a:solidFill>
                  <a:schemeClr val="tx1"/>
                </a:solidFill>
              </a:defRPr>
            </a:lvl1pPr>
            <a:lvl2pPr marL="173736" indent="-173736">
              <a:lnSpc>
                <a:spcPts val="3560"/>
              </a:lnSpc>
              <a:spcBef>
                <a:spcPts val="0"/>
              </a:spcBef>
              <a:spcAft>
                <a:spcPts val="900"/>
              </a:spcAft>
              <a:buFont typeface="Arial" pitchFamily="34" charset="0"/>
              <a:buChar char="•"/>
              <a:defRPr sz="2800" b="0">
                <a:solidFill>
                  <a:schemeClr val="tx1"/>
                </a:solidFill>
              </a:defRPr>
            </a:lvl2pPr>
            <a:lvl3pPr marL="173736" indent="-173736">
              <a:lnSpc>
                <a:spcPts val="3560"/>
              </a:lnSpc>
              <a:spcBef>
                <a:spcPts val="0"/>
              </a:spcBef>
              <a:spcAft>
                <a:spcPts val="900"/>
              </a:spcAft>
              <a:buFont typeface="Arial" pitchFamily="34" charset="0"/>
              <a:buChar char="•"/>
              <a:defRPr sz="2800" b="0">
                <a:solidFill>
                  <a:schemeClr val="tx1"/>
                </a:solidFill>
              </a:defRPr>
            </a:lvl3pPr>
            <a:lvl4pPr marL="173736" indent="-173736">
              <a:lnSpc>
                <a:spcPts val="3560"/>
              </a:lnSpc>
              <a:spcBef>
                <a:spcPts val="0"/>
              </a:spcBef>
              <a:spcAft>
                <a:spcPts val="900"/>
              </a:spcAft>
              <a:buFont typeface="Arial" pitchFamily="34" charset="0"/>
              <a:buChar char="•"/>
              <a:defRPr sz="2800" b="0">
                <a:solidFill>
                  <a:schemeClr val="tx1"/>
                </a:solidFill>
              </a:defRPr>
            </a:lvl4pPr>
            <a:lvl5pPr marL="173736" indent="-173736">
              <a:lnSpc>
                <a:spcPts val="3560"/>
              </a:lnSpc>
              <a:spcBef>
                <a:spcPts val="0"/>
              </a:spcBef>
              <a:spcAft>
                <a:spcPts val="900"/>
              </a:spcAft>
              <a:buFont typeface="Arial" pitchFamily="34" charset="0"/>
              <a:buChar char="•"/>
              <a:defRPr sz="2800" b="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2" name="Slide Number Placeholder 4"/>
          <p:cNvSpPr txBox="1">
            <a:spLocks/>
          </p:cNvSpPr>
          <p:nvPr userDrawn="1"/>
        </p:nvSpPr>
        <p:spPr>
          <a:xfrm>
            <a:off x="11332143" y="6460525"/>
            <a:ext cx="628851" cy="234133"/>
          </a:xfrm>
          <a:prstGeom prst="rect">
            <a:avLst/>
          </a:prstGeom>
        </p:spPr>
        <p:txBody>
          <a:bodyPr/>
          <a:lstStyle>
            <a:defPPr>
              <a:defRPr lang="en-US"/>
            </a:defPPr>
            <a:lvl1pPr marL="0" algn="ctr" defTabSz="914400" rtl="0" eaLnBrk="1" latinLnBrk="0" hangingPunct="1">
              <a:defRPr sz="105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A480109-43AB-EE45-95D5-106F2E9FB1AA}" type="slidenum">
              <a:rPr lang="en-US" sz="1050" smtClean="0"/>
              <a:pPr/>
              <a:t>‹#›</a:t>
            </a:fld>
            <a:endParaRPr lang="en-US" sz="1050" dirty="0"/>
          </a:p>
        </p:txBody>
      </p:sp>
      <p:pic>
        <p:nvPicPr>
          <p:cNvPr id="8" name="Picture 7"/>
          <p:cNvPicPr>
            <a:picLocks noChangeAspect="1"/>
          </p:cNvPicPr>
          <p:nvPr userDrawn="1"/>
        </p:nvPicPr>
        <p:blipFill>
          <a:blip r:embed="rId2" cstate="print">
            <a:alphaModFix amt="74000"/>
            <a:extLst>
              <a:ext uri="{28A0092B-C50C-407E-A947-70E740481C1C}">
                <a14:useLocalDpi xmlns:a14="http://schemas.microsoft.com/office/drawing/2010/main" val="0"/>
              </a:ext>
            </a:extLst>
          </a:blip>
          <a:stretch>
            <a:fillRect/>
          </a:stretch>
        </p:blipFill>
        <p:spPr>
          <a:xfrm>
            <a:off x="1617913" y="6414200"/>
            <a:ext cx="3126867" cy="427228"/>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ontentBullet_Global IT_Blue">
    <p:spTree>
      <p:nvGrpSpPr>
        <p:cNvPr id="1" name=""/>
        <p:cNvGrpSpPr/>
        <p:nvPr/>
      </p:nvGrpSpPr>
      <p:grpSpPr>
        <a:xfrm>
          <a:off x="0" y="0"/>
          <a:ext cx="0" cy="0"/>
          <a:chOff x="0" y="0"/>
          <a:chExt cx="0" cy="0"/>
        </a:xfrm>
      </p:grpSpPr>
      <p:sp>
        <p:nvSpPr>
          <p:cNvPr id="7" name="Title 1"/>
          <p:cNvSpPr>
            <a:spLocks noGrp="1"/>
          </p:cNvSpPr>
          <p:nvPr>
            <p:ph type="title"/>
          </p:nvPr>
        </p:nvSpPr>
        <p:spPr>
          <a:xfrm>
            <a:off x="457200" y="502921"/>
            <a:ext cx="10090149" cy="1154927"/>
          </a:xfrm>
        </p:spPr>
        <p:txBody>
          <a:bodyPr/>
          <a:lstStyle>
            <a:lvl1pPr>
              <a:lnSpc>
                <a:spcPts val="4000"/>
              </a:lnSpc>
              <a:defRPr sz="4000">
                <a:solidFill>
                  <a:srgbClr val="005C84"/>
                </a:solidFill>
              </a:defRPr>
            </a:lvl1pPr>
          </a:lstStyle>
          <a:p>
            <a:r>
              <a:rPr lang="en-US" dirty="0"/>
              <a:t>Click to edit Master title style</a:t>
            </a:r>
          </a:p>
        </p:txBody>
      </p:sp>
      <p:sp>
        <p:nvSpPr>
          <p:cNvPr id="11" name="Text Placeholder 5"/>
          <p:cNvSpPr>
            <a:spLocks noGrp="1"/>
          </p:cNvSpPr>
          <p:nvPr>
            <p:ph type="body" sz="quarter" idx="12" hasCustomPrompt="1"/>
          </p:nvPr>
        </p:nvSpPr>
        <p:spPr>
          <a:xfrm>
            <a:off x="457200" y="1945300"/>
            <a:ext cx="10095317" cy="397952"/>
          </a:xfrm>
        </p:spPr>
        <p:txBody>
          <a:bodyPr/>
          <a:lstStyle>
            <a:lvl1pPr marL="0" indent="0">
              <a:lnSpc>
                <a:spcPts val="2100"/>
              </a:lnSpc>
              <a:spcBef>
                <a:spcPts val="0"/>
              </a:spcBef>
              <a:buFontTx/>
              <a:buNone/>
              <a:defRPr sz="2800" b="1" cap="all" baseline="0">
                <a:solidFill>
                  <a:srgbClr val="1E9D8B"/>
                </a:solidFill>
              </a:defRPr>
            </a:lvl1pPr>
          </a:lstStyle>
          <a:p>
            <a:pPr lvl="0"/>
            <a:r>
              <a:rPr lang="en-US" dirty="0"/>
              <a:t>CLICK TO EDIT MASTER TEXT STYLES</a:t>
            </a:r>
          </a:p>
        </p:txBody>
      </p:sp>
      <p:sp>
        <p:nvSpPr>
          <p:cNvPr id="12" name="Text Placeholder 8"/>
          <p:cNvSpPr>
            <a:spLocks noGrp="1"/>
          </p:cNvSpPr>
          <p:nvPr>
            <p:ph type="body" sz="quarter" idx="13"/>
          </p:nvPr>
        </p:nvSpPr>
        <p:spPr>
          <a:xfrm>
            <a:off x="457200" y="2347636"/>
            <a:ext cx="10090149" cy="3592789"/>
          </a:xfrm>
        </p:spPr>
        <p:txBody>
          <a:bodyPr numCol="1">
            <a:noAutofit/>
          </a:bodyPr>
          <a:lstStyle>
            <a:lvl1pPr marL="173736" indent="-173736">
              <a:lnSpc>
                <a:spcPct val="100000"/>
              </a:lnSpc>
              <a:spcBef>
                <a:spcPts val="0"/>
              </a:spcBef>
              <a:spcAft>
                <a:spcPts val="900"/>
              </a:spcAft>
              <a:buFont typeface="Arial" pitchFamily="34" charset="0"/>
              <a:buChar char="•"/>
              <a:defRPr sz="2000" b="0">
                <a:solidFill>
                  <a:schemeClr val="tx1"/>
                </a:solidFill>
              </a:defRPr>
            </a:lvl1pPr>
            <a:lvl2pPr marL="173736" indent="-173736">
              <a:lnSpc>
                <a:spcPct val="100000"/>
              </a:lnSpc>
              <a:spcBef>
                <a:spcPts val="0"/>
              </a:spcBef>
              <a:spcAft>
                <a:spcPts val="900"/>
              </a:spcAft>
              <a:buFont typeface="Arial" pitchFamily="34" charset="0"/>
              <a:buChar char="•"/>
              <a:defRPr sz="2000" b="0">
                <a:solidFill>
                  <a:schemeClr val="tx1"/>
                </a:solidFill>
              </a:defRPr>
            </a:lvl2pPr>
            <a:lvl3pPr marL="173736" indent="-173736">
              <a:lnSpc>
                <a:spcPct val="100000"/>
              </a:lnSpc>
              <a:spcBef>
                <a:spcPts val="0"/>
              </a:spcBef>
              <a:spcAft>
                <a:spcPts val="900"/>
              </a:spcAft>
              <a:buFont typeface="Arial" pitchFamily="34" charset="0"/>
              <a:buChar char="•"/>
              <a:defRPr sz="2000" b="0">
                <a:solidFill>
                  <a:schemeClr val="tx1"/>
                </a:solidFill>
              </a:defRPr>
            </a:lvl3pPr>
            <a:lvl4pPr marL="173736" indent="-173736">
              <a:lnSpc>
                <a:spcPct val="100000"/>
              </a:lnSpc>
              <a:spcBef>
                <a:spcPts val="0"/>
              </a:spcBef>
              <a:spcAft>
                <a:spcPts val="900"/>
              </a:spcAft>
              <a:buFont typeface="Arial" pitchFamily="34" charset="0"/>
              <a:buChar char="•"/>
              <a:defRPr sz="2000" b="0">
                <a:solidFill>
                  <a:schemeClr val="tx1"/>
                </a:solidFill>
              </a:defRPr>
            </a:lvl4pPr>
            <a:lvl5pPr marL="173736" indent="-173736">
              <a:lnSpc>
                <a:spcPct val="100000"/>
              </a:lnSpc>
              <a:spcBef>
                <a:spcPts val="0"/>
              </a:spcBef>
              <a:spcAft>
                <a:spcPts val="900"/>
              </a:spcAft>
              <a:buFont typeface="Arial" pitchFamily="34" charset="0"/>
              <a:buChar char="•"/>
              <a:defRPr sz="2000" b="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2" name="Slide Number Placeholder 4"/>
          <p:cNvSpPr txBox="1">
            <a:spLocks/>
          </p:cNvSpPr>
          <p:nvPr userDrawn="1"/>
        </p:nvSpPr>
        <p:spPr>
          <a:xfrm>
            <a:off x="11332143" y="6460525"/>
            <a:ext cx="628851" cy="234133"/>
          </a:xfrm>
          <a:prstGeom prst="rect">
            <a:avLst/>
          </a:prstGeom>
        </p:spPr>
        <p:txBody>
          <a:bodyPr/>
          <a:lstStyle>
            <a:defPPr>
              <a:defRPr lang="en-US"/>
            </a:defPPr>
            <a:lvl1pPr marL="0" algn="ctr" defTabSz="914400" rtl="0" eaLnBrk="1" latinLnBrk="0" hangingPunct="1">
              <a:defRPr sz="105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A480109-43AB-EE45-95D5-106F2E9FB1AA}" type="slidenum">
              <a:rPr lang="en-US" sz="1050" smtClean="0"/>
              <a:pPr/>
              <a:t>‹#›</a:t>
            </a:fld>
            <a:endParaRPr lang="en-US" sz="1050" dirty="0"/>
          </a:p>
        </p:txBody>
      </p:sp>
      <p:pic>
        <p:nvPicPr>
          <p:cNvPr id="8" name="Picture 7"/>
          <p:cNvPicPr>
            <a:picLocks noChangeAspect="1"/>
          </p:cNvPicPr>
          <p:nvPr userDrawn="1"/>
        </p:nvPicPr>
        <p:blipFill>
          <a:blip r:embed="rId2" cstate="print">
            <a:alphaModFix amt="74000"/>
            <a:extLst>
              <a:ext uri="{28A0092B-C50C-407E-A947-70E740481C1C}">
                <a14:useLocalDpi xmlns:a14="http://schemas.microsoft.com/office/drawing/2010/main" val="0"/>
              </a:ext>
            </a:extLst>
          </a:blip>
          <a:stretch>
            <a:fillRect/>
          </a:stretch>
        </p:blipFill>
        <p:spPr>
          <a:xfrm>
            <a:off x="1617913" y="6414200"/>
            <a:ext cx="3126867" cy="427228"/>
          </a:xfrm>
          <a:prstGeom prst="rect">
            <a:avLst/>
          </a:prstGeom>
        </p:spPr>
      </p:pic>
    </p:spTree>
    <p:extLst>
      <p:ext uri="{BB962C8B-B14F-4D97-AF65-F5344CB8AC3E}">
        <p14:creationId xmlns:p14="http://schemas.microsoft.com/office/powerpoint/2010/main" val="13173935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OneColumn_Global IT_Blue">
    <p:spTree>
      <p:nvGrpSpPr>
        <p:cNvPr id="1" name=""/>
        <p:cNvGrpSpPr/>
        <p:nvPr/>
      </p:nvGrpSpPr>
      <p:grpSpPr>
        <a:xfrm>
          <a:off x="0" y="0"/>
          <a:ext cx="0" cy="0"/>
          <a:chOff x="0" y="0"/>
          <a:chExt cx="0" cy="0"/>
        </a:xfrm>
      </p:grpSpPr>
      <p:sp>
        <p:nvSpPr>
          <p:cNvPr id="7" name="Title 1"/>
          <p:cNvSpPr>
            <a:spLocks noGrp="1"/>
          </p:cNvSpPr>
          <p:nvPr>
            <p:ph type="title"/>
          </p:nvPr>
        </p:nvSpPr>
        <p:spPr>
          <a:xfrm>
            <a:off x="457200" y="502920"/>
            <a:ext cx="11304465" cy="859028"/>
          </a:xfrm>
        </p:spPr>
        <p:txBody>
          <a:bodyPr/>
          <a:lstStyle>
            <a:lvl1pPr>
              <a:lnSpc>
                <a:spcPts val="4000"/>
              </a:lnSpc>
              <a:defRPr sz="3600">
                <a:solidFill>
                  <a:srgbClr val="005C84"/>
                </a:solidFill>
              </a:defRPr>
            </a:lvl1pPr>
          </a:lstStyle>
          <a:p>
            <a:r>
              <a:rPr lang="en-US" dirty="0"/>
              <a:t>Click to edit Master title style</a:t>
            </a:r>
          </a:p>
        </p:txBody>
      </p:sp>
      <p:sp>
        <p:nvSpPr>
          <p:cNvPr id="11" name="Text Placeholder 5"/>
          <p:cNvSpPr>
            <a:spLocks noGrp="1"/>
          </p:cNvSpPr>
          <p:nvPr>
            <p:ph type="body" sz="quarter" idx="12" hasCustomPrompt="1"/>
          </p:nvPr>
        </p:nvSpPr>
        <p:spPr>
          <a:xfrm>
            <a:off x="457200" y="1368513"/>
            <a:ext cx="11310257" cy="685800"/>
          </a:xfrm>
        </p:spPr>
        <p:txBody>
          <a:bodyPr>
            <a:noAutofit/>
          </a:bodyPr>
          <a:lstStyle>
            <a:lvl1pPr marL="0" indent="0">
              <a:lnSpc>
                <a:spcPts val="2900"/>
              </a:lnSpc>
              <a:spcBef>
                <a:spcPts val="0"/>
              </a:spcBef>
              <a:buFontTx/>
              <a:buNone/>
              <a:defRPr sz="2400" b="1">
                <a:solidFill>
                  <a:srgbClr val="007A87"/>
                </a:solidFill>
              </a:defRPr>
            </a:lvl1pPr>
          </a:lstStyle>
          <a:p>
            <a:pPr lvl="0"/>
            <a:r>
              <a:rPr lang="en-US" dirty="0"/>
              <a:t>Click to edit master text styles</a:t>
            </a:r>
          </a:p>
        </p:txBody>
      </p:sp>
      <p:sp>
        <p:nvSpPr>
          <p:cNvPr id="12" name="Text Placeholder 8"/>
          <p:cNvSpPr>
            <a:spLocks noGrp="1"/>
          </p:cNvSpPr>
          <p:nvPr>
            <p:ph type="body" sz="quarter" idx="13" hasCustomPrompt="1"/>
          </p:nvPr>
        </p:nvSpPr>
        <p:spPr>
          <a:xfrm>
            <a:off x="457200" y="2410929"/>
            <a:ext cx="11310257" cy="1649441"/>
          </a:xfrm>
        </p:spPr>
        <p:txBody>
          <a:bodyPr numCol="1">
            <a:noAutofit/>
          </a:bodyPr>
          <a:lstStyle>
            <a:lvl1pPr marL="0" indent="0">
              <a:lnSpc>
                <a:spcPts val="1800"/>
              </a:lnSpc>
              <a:spcBef>
                <a:spcPts val="0"/>
              </a:spcBef>
              <a:spcAft>
                <a:spcPts val="900"/>
              </a:spcAft>
              <a:buFontTx/>
              <a:buNone/>
              <a:defRPr sz="1800" b="1" cap="all" baseline="0">
                <a:solidFill>
                  <a:srgbClr val="1E9D8B"/>
                </a:solidFill>
              </a:defRPr>
            </a:lvl1pPr>
            <a:lvl2pPr marL="0" indent="0">
              <a:lnSpc>
                <a:spcPts val="2400"/>
              </a:lnSpc>
              <a:spcBef>
                <a:spcPts val="0"/>
              </a:spcBef>
              <a:buFontTx/>
              <a:buNone/>
              <a:defRPr sz="1600" b="0">
                <a:solidFill>
                  <a:schemeClr val="tx1"/>
                </a:solidFill>
              </a:defRPr>
            </a:lvl2pPr>
            <a:lvl3pPr marL="0" indent="0">
              <a:lnSpc>
                <a:spcPts val="2400"/>
              </a:lnSpc>
              <a:spcBef>
                <a:spcPts val="0"/>
              </a:spcBef>
              <a:buFontTx/>
              <a:buNone/>
              <a:defRPr sz="1600" b="0">
                <a:solidFill>
                  <a:schemeClr val="tx1"/>
                </a:solidFill>
              </a:defRPr>
            </a:lvl3pPr>
            <a:lvl4pPr marL="0" indent="0">
              <a:lnSpc>
                <a:spcPts val="2400"/>
              </a:lnSpc>
              <a:spcBef>
                <a:spcPts val="0"/>
              </a:spcBef>
              <a:buFontTx/>
              <a:buNone/>
              <a:defRPr sz="1600" b="0">
                <a:solidFill>
                  <a:schemeClr val="tx1"/>
                </a:solidFill>
              </a:defRPr>
            </a:lvl4pPr>
            <a:lvl5pPr marL="0" indent="0">
              <a:lnSpc>
                <a:spcPts val="2400"/>
              </a:lnSpc>
              <a:spcBef>
                <a:spcPts val="0"/>
              </a:spcBef>
              <a:buFontTx/>
              <a:buNone/>
              <a:defRPr sz="1600" b="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hasCustomPrompt="1"/>
          </p:nvPr>
        </p:nvSpPr>
        <p:spPr>
          <a:xfrm>
            <a:off x="457201" y="4192804"/>
            <a:ext cx="11310256" cy="1674595"/>
          </a:xfrm>
        </p:spPr>
        <p:txBody>
          <a:bodyPr>
            <a:noAutofit/>
          </a:bodyPr>
          <a:lstStyle>
            <a:lvl1pPr marL="0" indent="0">
              <a:lnSpc>
                <a:spcPts val="1800"/>
              </a:lnSpc>
              <a:spcBef>
                <a:spcPts val="0"/>
              </a:spcBef>
              <a:spcAft>
                <a:spcPts val="900"/>
              </a:spcAft>
              <a:buFontTx/>
              <a:buNone/>
              <a:tabLst/>
              <a:defRPr sz="1800" b="1" cap="all" baseline="0">
                <a:solidFill>
                  <a:srgbClr val="1E9D8B"/>
                </a:solidFill>
              </a:defRPr>
            </a:lvl1pPr>
            <a:lvl2pPr marL="0" indent="0">
              <a:lnSpc>
                <a:spcPts val="2400"/>
              </a:lnSpc>
              <a:spcBef>
                <a:spcPts val="0"/>
              </a:spcBef>
              <a:buFontTx/>
              <a:buNone/>
              <a:tabLst/>
              <a:defRPr sz="1600"/>
            </a:lvl2pPr>
            <a:lvl3pPr marL="0" indent="0">
              <a:lnSpc>
                <a:spcPts val="2400"/>
              </a:lnSpc>
              <a:spcBef>
                <a:spcPts val="0"/>
              </a:spcBef>
              <a:buFontTx/>
              <a:buNone/>
              <a:tabLst/>
              <a:defRPr sz="1600"/>
            </a:lvl3pPr>
            <a:lvl4pPr marL="0" indent="0">
              <a:lnSpc>
                <a:spcPts val="2400"/>
              </a:lnSpc>
              <a:spcBef>
                <a:spcPts val="0"/>
              </a:spcBef>
              <a:buFontTx/>
              <a:buNone/>
              <a:tabLst/>
              <a:defRPr sz="1600"/>
            </a:lvl4pPr>
            <a:lvl5pPr marL="0" indent="0">
              <a:lnSpc>
                <a:spcPts val="2400"/>
              </a:lnSpc>
              <a:spcBef>
                <a:spcPts val="0"/>
              </a:spcBef>
              <a:buFontTx/>
              <a:buNone/>
              <a:tabLst/>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4"/>
          <p:cNvSpPr txBox="1">
            <a:spLocks/>
          </p:cNvSpPr>
          <p:nvPr userDrawn="1"/>
        </p:nvSpPr>
        <p:spPr>
          <a:xfrm>
            <a:off x="11332143" y="6460525"/>
            <a:ext cx="628851" cy="234133"/>
          </a:xfrm>
          <a:prstGeom prst="rect">
            <a:avLst/>
          </a:prstGeom>
        </p:spPr>
        <p:txBody>
          <a:bodyPr/>
          <a:lstStyle>
            <a:defPPr>
              <a:defRPr lang="en-US"/>
            </a:defPPr>
            <a:lvl1pPr marL="0" algn="ctr" defTabSz="914400" rtl="0" eaLnBrk="1" latinLnBrk="0" hangingPunct="1">
              <a:defRPr sz="105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A480109-43AB-EE45-95D5-106F2E9FB1AA}" type="slidenum">
              <a:rPr lang="en-US" sz="1050" smtClean="0"/>
              <a:pPr/>
              <a:t>‹#›</a:t>
            </a:fld>
            <a:endParaRPr lang="en-US" sz="1050" dirty="0"/>
          </a:p>
        </p:txBody>
      </p:sp>
      <p:pic>
        <p:nvPicPr>
          <p:cNvPr id="10" name="Picture 9"/>
          <p:cNvPicPr>
            <a:picLocks noChangeAspect="1"/>
          </p:cNvPicPr>
          <p:nvPr userDrawn="1"/>
        </p:nvPicPr>
        <p:blipFill>
          <a:blip r:embed="rId2" cstate="print">
            <a:alphaModFix amt="74000"/>
            <a:extLst>
              <a:ext uri="{28A0092B-C50C-407E-A947-70E740481C1C}">
                <a14:useLocalDpi xmlns:a14="http://schemas.microsoft.com/office/drawing/2010/main" val="0"/>
              </a:ext>
            </a:extLst>
          </a:blip>
          <a:stretch>
            <a:fillRect/>
          </a:stretch>
        </p:blipFill>
        <p:spPr>
          <a:xfrm>
            <a:off x="1617913" y="6414200"/>
            <a:ext cx="3126867" cy="427228"/>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TwoColumn_Global IT_Blue">
    <p:spTree>
      <p:nvGrpSpPr>
        <p:cNvPr id="1" name=""/>
        <p:cNvGrpSpPr/>
        <p:nvPr/>
      </p:nvGrpSpPr>
      <p:grpSpPr>
        <a:xfrm>
          <a:off x="0" y="0"/>
          <a:ext cx="0" cy="0"/>
          <a:chOff x="0" y="0"/>
          <a:chExt cx="0" cy="0"/>
        </a:xfrm>
      </p:grpSpPr>
      <p:sp>
        <p:nvSpPr>
          <p:cNvPr id="7" name="Title 1"/>
          <p:cNvSpPr>
            <a:spLocks noGrp="1"/>
          </p:cNvSpPr>
          <p:nvPr>
            <p:ph type="title"/>
          </p:nvPr>
        </p:nvSpPr>
        <p:spPr>
          <a:xfrm>
            <a:off x="457200" y="502920"/>
            <a:ext cx="11299371" cy="859028"/>
          </a:xfrm>
        </p:spPr>
        <p:txBody>
          <a:bodyPr/>
          <a:lstStyle>
            <a:lvl1pPr>
              <a:lnSpc>
                <a:spcPts val="4000"/>
              </a:lnSpc>
              <a:defRPr sz="3600">
                <a:solidFill>
                  <a:srgbClr val="005C84"/>
                </a:solidFill>
              </a:defRPr>
            </a:lvl1pPr>
          </a:lstStyle>
          <a:p>
            <a:r>
              <a:rPr lang="en-US" dirty="0"/>
              <a:t>Click to edit Master title style</a:t>
            </a:r>
          </a:p>
        </p:txBody>
      </p:sp>
      <p:sp>
        <p:nvSpPr>
          <p:cNvPr id="11" name="Text Placeholder 5"/>
          <p:cNvSpPr>
            <a:spLocks noGrp="1"/>
          </p:cNvSpPr>
          <p:nvPr>
            <p:ph type="body" sz="quarter" idx="12" hasCustomPrompt="1"/>
          </p:nvPr>
        </p:nvSpPr>
        <p:spPr>
          <a:xfrm>
            <a:off x="457200" y="1368513"/>
            <a:ext cx="11299370" cy="685800"/>
          </a:xfrm>
        </p:spPr>
        <p:txBody>
          <a:bodyPr>
            <a:noAutofit/>
          </a:bodyPr>
          <a:lstStyle>
            <a:lvl1pPr marL="0" indent="0">
              <a:lnSpc>
                <a:spcPts val="2900"/>
              </a:lnSpc>
              <a:spcBef>
                <a:spcPts val="0"/>
              </a:spcBef>
              <a:buFontTx/>
              <a:buNone/>
              <a:defRPr sz="2400" b="1">
                <a:solidFill>
                  <a:srgbClr val="007A87"/>
                </a:solidFill>
              </a:defRPr>
            </a:lvl1pPr>
          </a:lstStyle>
          <a:p>
            <a:pPr lvl="0"/>
            <a:r>
              <a:rPr lang="en-US" dirty="0"/>
              <a:t>Click to edit master text styles</a:t>
            </a:r>
          </a:p>
        </p:txBody>
      </p:sp>
      <p:sp>
        <p:nvSpPr>
          <p:cNvPr id="12" name="Text Placeholder 8"/>
          <p:cNvSpPr>
            <a:spLocks noGrp="1"/>
          </p:cNvSpPr>
          <p:nvPr>
            <p:ph type="body" sz="quarter" idx="13" hasCustomPrompt="1"/>
          </p:nvPr>
        </p:nvSpPr>
        <p:spPr>
          <a:xfrm>
            <a:off x="457200" y="2410930"/>
            <a:ext cx="5431971" cy="3529495"/>
          </a:xfrm>
        </p:spPr>
        <p:txBody>
          <a:bodyPr numCol="1">
            <a:noAutofit/>
          </a:bodyPr>
          <a:lstStyle>
            <a:lvl1pPr marL="0" indent="0">
              <a:lnSpc>
                <a:spcPts val="1800"/>
              </a:lnSpc>
              <a:spcBef>
                <a:spcPts val="0"/>
              </a:spcBef>
              <a:spcAft>
                <a:spcPts val="900"/>
              </a:spcAft>
              <a:buFontTx/>
              <a:buNone/>
              <a:tabLst/>
              <a:defRPr sz="1800" b="1" cap="all" baseline="0">
                <a:solidFill>
                  <a:srgbClr val="1E9D8B"/>
                </a:solidFill>
              </a:defRPr>
            </a:lvl1pPr>
            <a:lvl2pPr marL="0" indent="0">
              <a:lnSpc>
                <a:spcPts val="2400"/>
              </a:lnSpc>
              <a:spcBef>
                <a:spcPts val="0"/>
              </a:spcBef>
              <a:buFontTx/>
              <a:buNone/>
              <a:tabLst/>
              <a:defRPr sz="1800" b="0">
                <a:solidFill>
                  <a:schemeClr val="tx1"/>
                </a:solidFill>
              </a:defRPr>
            </a:lvl2pPr>
            <a:lvl3pPr marL="0" indent="0">
              <a:lnSpc>
                <a:spcPts val="2400"/>
              </a:lnSpc>
              <a:spcBef>
                <a:spcPts val="0"/>
              </a:spcBef>
              <a:buFontTx/>
              <a:buNone/>
              <a:tabLst/>
              <a:defRPr sz="1800" b="0">
                <a:solidFill>
                  <a:schemeClr val="tx1"/>
                </a:solidFill>
              </a:defRPr>
            </a:lvl3pPr>
            <a:lvl4pPr marL="0" indent="0">
              <a:lnSpc>
                <a:spcPts val="2400"/>
              </a:lnSpc>
              <a:spcBef>
                <a:spcPts val="0"/>
              </a:spcBef>
              <a:buFontTx/>
              <a:buNone/>
              <a:tabLst/>
              <a:defRPr sz="1800" b="0">
                <a:solidFill>
                  <a:schemeClr val="tx1"/>
                </a:solidFill>
              </a:defRPr>
            </a:lvl4pPr>
            <a:lvl5pPr marL="0" indent="0">
              <a:lnSpc>
                <a:spcPts val="2400"/>
              </a:lnSpc>
              <a:spcBef>
                <a:spcPts val="0"/>
              </a:spcBef>
              <a:buFontTx/>
              <a:buNone/>
              <a:tabLst/>
              <a:defRPr sz="1800" b="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hasCustomPrompt="1"/>
          </p:nvPr>
        </p:nvSpPr>
        <p:spPr>
          <a:xfrm>
            <a:off x="6229179" y="2409723"/>
            <a:ext cx="5527392" cy="3530703"/>
          </a:xfrm>
        </p:spPr>
        <p:txBody>
          <a:bodyPr>
            <a:noAutofit/>
          </a:bodyPr>
          <a:lstStyle>
            <a:lvl1pPr marL="0" indent="0">
              <a:lnSpc>
                <a:spcPts val="1800"/>
              </a:lnSpc>
              <a:spcBef>
                <a:spcPts val="0"/>
              </a:spcBef>
              <a:spcAft>
                <a:spcPts val="900"/>
              </a:spcAft>
              <a:buFontTx/>
              <a:buNone/>
              <a:defRPr sz="1800" b="1" cap="all" baseline="0">
                <a:solidFill>
                  <a:srgbClr val="1E9D8B"/>
                </a:solidFill>
              </a:defRPr>
            </a:lvl1pPr>
            <a:lvl2pPr marL="0" indent="0">
              <a:lnSpc>
                <a:spcPts val="2400"/>
              </a:lnSpc>
              <a:spcBef>
                <a:spcPts val="0"/>
              </a:spcBef>
              <a:buFontTx/>
              <a:buNone/>
              <a:defRPr sz="1800"/>
            </a:lvl2pPr>
            <a:lvl3pPr marL="0" indent="0">
              <a:lnSpc>
                <a:spcPts val="2400"/>
              </a:lnSpc>
              <a:spcBef>
                <a:spcPts val="0"/>
              </a:spcBef>
              <a:buFontTx/>
              <a:buNone/>
              <a:defRPr sz="1800"/>
            </a:lvl3pPr>
            <a:lvl4pPr marL="0" indent="0">
              <a:lnSpc>
                <a:spcPts val="2400"/>
              </a:lnSpc>
              <a:spcBef>
                <a:spcPts val="0"/>
              </a:spcBef>
              <a:buFontTx/>
              <a:buNone/>
              <a:defRPr sz="1800"/>
            </a:lvl4pPr>
            <a:lvl5pPr marL="0" indent="0">
              <a:lnSpc>
                <a:spcPts val="2400"/>
              </a:lnSpc>
              <a:spcBef>
                <a:spcPts val="0"/>
              </a:spcBef>
              <a:buFontTx/>
              <a:buNone/>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4"/>
          <p:cNvSpPr txBox="1">
            <a:spLocks/>
          </p:cNvSpPr>
          <p:nvPr userDrawn="1"/>
        </p:nvSpPr>
        <p:spPr>
          <a:xfrm>
            <a:off x="11332143" y="6460525"/>
            <a:ext cx="628851" cy="234133"/>
          </a:xfrm>
          <a:prstGeom prst="rect">
            <a:avLst/>
          </a:prstGeom>
        </p:spPr>
        <p:txBody>
          <a:bodyPr/>
          <a:lstStyle>
            <a:defPPr>
              <a:defRPr lang="en-US"/>
            </a:defPPr>
            <a:lvl1pPr marL="0" algn="ctr" defTabSz="914400" rtl="0" eaLnBrk="1" latinLnBrk="0" hangingPunct="1">
              <a:defRPr sz="105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A480109-43AB-EE45-95D5-106F2E9FB1AA}" type="slidenum">
              <a:rPr lang="en-US" sz="1050" smtClean="0"/>
              <a:pPr/>
              <a:t>‹#›</a:t>
            </a:fld>
            <a:endParaRPr lang="en-US" sz="1050" dirty="0"/>
          </a:p>
        </p:txBody>
      </p:sp>
      <p:pic>
        <p:nvPicPr>
          <p:cNvPr id="10" name="Picture 9"/>
          <p:cNvPicPr>
            <a:picLocks noChangeAspect="1"/>
          </p:cNvPicPr>
          <p:nvPr userDrawn="1"/>
        </p:nvPicPr>
        <p:blipFill>
          <a:blip r:embed="rId2" cstate="print">
            <a:alphaModFix amt="74000"/>
            <a:extLst>
              <a:ext uri="{28A0092B-C50C-407E-A947-70E740481C1C}">
                <a14:useLocalDpi xmlns:a14="http://schemas.microsoft.com/office/drawing/2010/main" val="0"/>
              </a:ext>
            </a:extLst>
          </a:blip>
          <a:stretch>
            <a:fillRect/>
          </a:stretch>
        </p:blipFill>
        <p:spPr>
          <a:xfrm>
            <a:off x="1617913" y="6414200"/>
            <a:ext cx="3126867" cy="427228"/>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TwoColumnPhoto_Global IT_Blue">
    <p:spTree>
      <p:nvGrpSpPr>
        <p:cNvPr id="1" name=""/>
        <p:cNvGrpSpPr/>
        <p:nvPr/>
      </p:nvGrpSpPr>
      <p:grpSpPr>
        <a:xfrm>
          <a:off x="0" y="0"/>
          <a:ext cx="0" cy="0"/>
          <a:chOff x="0" y="0"/>
          <a:chExt cx="0" cy="0"/>
        </a:xfrm>
      </p:grpSpPr>
      <p:sp>
        <p:nvSpPr>
          <p:cNvPr id="7" name="Title 1"/>
          <p:cNvSpPr>
            <a:spLocks noGrp="1"/>
          </p:cNvSpPr>
          <p:nvPr>
            <p:ph type="title"/>
          </p:nvPr>
        </p:nvSpPr>
        <p:spPr>
          <a:xfrm>
            <a:off x="457200" y="502920"/>
            <a:ext cx="10090149" cy="859028"/>
          </a:xfrm>
        </p:spPr>
        <p:txBody>
          <a:bodyPr/>
          <a:lstStyle>
            <a:lvl1pPr>
              <a:lnSpc>
                <a:spcPts val="4000"/>
              </a:lnSpc>
              <a:defRPr sz="3600">
                <a:solidFill>
                  <a:srgbClr val="005C84"/>
                </a:solidFill>
              </a:defRPr>
            </a:lvl1pPr>
          </a:lstStyle>
          <a:p>
            <a:r>
              <a:rPr lang="en-US" dirty="0"/>
              <a:t>Click to edit Master title style</a:t>
            </a:r>
          </a:p>
        </p:txBody>
      </p:sp>
      <p:sp>
        <p:nvSpPr>
          <p:cNvPr id="11" name="Text Placeholder 5"/>
          <p:cNvSpPr>
            <a:spLocks noGrp="1"/>
          </p:cNvSpPr>
          <p:nvPr>
            <p:ph type="body" sz="quarter" idx="12" hasCustomPrompt="1"/>
          </p:nvPr>
        </p:nvSpPr>
        <p:spPr>
          <a:xfrm>
            <a:off x="457200" y="1368513"/>
            <a:ext cx="10095319" cy="685800"/>
          </a:xfrm>
        </p:spPr>
        <p:txBody>
          <a:bodyPr>
            <a:noAutofit/>
          </a:bodyPr>
          <a:lstStyle>
            <a:lvl1pPr marL="0" indent="0">
              <a:lnSpc>
                <a:spcPts val="2900"/>
              </a:lnSpc>
              <a:spcBef>
                <a:spcPts val="0"/>
              </a:spcBef>
              <a:buFontTx/>
              <a:buNone/>
              <a:defRPr sz="2400" b="1">
                <a:solidFill>
                  <a:srgbClr val="007A87"/>
                </a:solidFill>
              </a:defRPr>
            </a:lvl1pPr>
          </a:lstStyle>
          <a:p>
            <a:pPr lvl="0"/>
            <a:r>
              <a:rPr lang="en-US" dirty="0"/>
              <a:t>Click to edit master text styles</a:t>
            </a:r>
          </a:p>
        </p:txBody>
      </p:sp>
      <p:sp>
        <p:nvSpPr>
          <p:cNvPr id="12" name="Text Placeholder 8"/>
          <p:cNvSpPr>
            <a:spLocks noGrp="1"/>
          </p:cNvSpPr>
          <p:nvPr>
            <p:ph type="body" sz="quarter" idx="13" hasCustomPrompt="1"/>
          </p:nvPr>
        </p:nvSpPr>
        <p:spPr>
          <a:xfrm>
            <a:off x="457199" y="2419611"/>
            <a:ext cx="5388429" cy="3520814"/>
          </a:xfrm>
        </p:spPr>
        <p:txBody>
          <a:bodyPr numCol="1">
            <a:noAutofit/>
          </a:bodyPr>
          <a:lstStyle>
            <a:lvl1pPr marL="0" indent="0">
              <a:lnSpc>
                <a:spcPts val="1800"/>
              </a:lnSpc>
              <a:spcBef>
                <a:spcPts val="0"/>
              </a:spcBef>
              <a:spcAft>
                <a:spcPts val="0"/>
              </a:spcAft>
              <a:buFontTx/>
              <a:buNone/>
              <a:defRPr sz="2000" b="1">
                <a:solidFill>
                  <a:schemeClr val="tx1"/>
                </a:solidFill>
              </a:defRPr>
            </a:lvl1pPr>
            <a:lvl2pPr marL="0" indent="0">
              <a:lnSpc>
                <a:spcPts val="2400"/>
              </a:lnSpc>
              <a:spcBef>
                <a:spcPts val="0"/>
              </a:spcBef>
              <a:buFontTx/>
              <a:buNone/>
              <a:defRPr sz="1800" b="0">
                <a:solidFill>
                  <a:schemeClr val="tx1"/>
                </a:solidFill>
              </a:defRPr>
            </a:lvl2pPr>
            <a:lvl3pPr marL="0" indent="0">
              <a:lnSpc>
                <a:spcPts val="2400"/>
              </a:lnSpc>
              <a:spcBef>
                <a:spcPts val="0"/>
              </a:spcBef>
              <a:buFontTx/>
              <a:buNone/>
              <a:defRPr sz="1800" b="0">
                <a:solidFill>
                  <a:schemeClr val="tx1"/>
                </a:solidFill>
              </a:defRPr>
            </a:lvl3pPr>
            <a:lvl4pPr marL="0" indent="0">
              <a:lnSpc>
                <a:spcPts val="2400"/>
              </a:lnSpc>
              <a:spcBef>
                <a:spcPts val="0"/>
              </a:spcBef>
              <a:buFontTx/>
              <a:buNone/>
              <a:defRPr sz="1800" b="0">
                <a:solidFill>
                  <a:schemeClr val="tx1"/>
                </a:solidFill>
              </a:defRPr>
            </a:lvl4pPr>
            <a:lvl5pPr marL="0" indent="0">
              <a:lnSpc>
                <a:spcPts val="2400"/>
              </a:lnSpc>
              <a:spcBef>
                <a:spcPts val="0"/>
              </a:spcBef>
              <a:buFontTx/>
              <a:buNone/>
              <a:defRPr sz="1800" b="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Picture Placeholder 13"/>
          <p:cNvSpPr>
            <a:spLocks noGrp="1"/>
          </p:cNvSpPr>
          <p:nvPr>
            <p:ph type="pic" sz="quarter" idx="14"/>
          </p:nvPr>
        </p:nvSpPr>
        <p:spPr>
          <a:xfrm>
            <a:off x="6019800" y="2419612"/>
            <a:ext cx="5941194" cy="3520814"/>
          </a:xfrm>
        </p:spPr>
        <p:txBody>
          <a:bodyPr/>
          <a:lstStyle/>
          <a:p>
            <a:r>
              <a:rPr lang="en-US"/>
              <a:t>Drag picture to placeholder or click icon to add</a:t>
            </a:r>
          </a:p>
        </p:txBody>
      </p:sp>
      <p:sp>
        <p:nvSpPr>
          <p:cNvPr id="9" name="Slide Number Placeholder 4"/>
          <p:cNvSpPr>
            <a:spLocks noGrp="1"/>
          </p:cNvSpPr>
          <p:nvPr>
            <p:ph type="sldNum" sz="quarter" idx="4"/>
          </p:nvPr>
        </p:nvSpPr>
        <p:spPr>
          <a:xfrm>
            <a:off x="11332143" y="6460525"/>
            <a:ext cx="628851" cy="234133"/>
          </a:xfrm>
          <a:prstGeom prst="rect">
            <a:avLst/>
          </a:prstGeom>
          <a:ln>
            <a:noFill/>
          </a:ln>
        </p:spPr>
        <p:txBody>
          <a:bodyPr/>
          <a:lstStyle>
            <a:lvl1pPr>
              <a:defRPr sz="1050">
                <a:solidFill>
                  <a:schemeClr val="bg1"/>
                </a:solidFill>
              </a:defRPr>
            </a:lvl1pPr>
          </a:lstStyle>
          <a:p>
            <a:fld id="{8A480109-43AB-EE45-95D5-106F2E9FB1AA}" type="slidenum">
              <a:rPr lang="en-US" smtClean="0"/>
              <a:pPr/>
              <a:t>‹#›</a:t>
            </a:fld>
            <a:endParaRPr lang="en-US" dirty="0"/>
          </a:p>
        </p:txBody>
      </p:sp>
      <p:pic>
        <p:nvPicPr>
          <p:cNvPr id="10" name="Picture 9"/>
          <p:cNvPicPr>
            <a:picLocks noChangeAspect="1"/>
          </p:cNvPicPr>
          <p:nvPr userDrawn="1"/>
        </p:nvPicPr>
        <p:blipFill>
          <a:blip r:embed="rId2" cstate="print">
            <a:alphaModFix amt="74000"/>
            <a:extLst>
              <a:ext uri="{28A0092B-C50C-407E-A947-70E740481C1C}">
                <a14:useLocalDpi xmlns:a14="http://schemas.microsoft.com/office/drawing/2010/main" val="0"/>
              </a:ext>
            </a:extLst>
          </a:blip>
          <a:stretch>
            <a:fillRect/>
          </a:stretch>
        </p:blipFill>
        <p:spPr>
          <a:xfrm>
            <a:off x="1617913" y="6414200"/>
            <a:ext cx="3126867" cy="427228"/>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ThreeColumn_Global IT_Blue">
    <p:spTree>
      <p:nvGrpSpPr>
        <p:cNvPr id="1" name=""/>
        <p:cNvGrpSpPr/>
        <p:nvPr/>
      </p:nvGrpSpPr>
      <p:grpSpPr>
        <a:xfrm>
          <a:off x="0" y="0"/>
          <a:ext cx="0" cy="0"/>
          <a:chOff x="0" y="0"/>
          <a:chExt cx="0" cy="0"/>
        </a:xfrm>
      </p:grpSpPr>
      <p:sp>
        <p:nvSpPr>
          <p:cNvPr id="12" name="Text Placeholder 8"/>
          <p:cNvSpPr>
            <a:spLocks noGrp="1"/>
          </p:cNvSpPr>
          <p:nvPr>
            <p:ph type="body" sz="quarter" idx="13" hasCustomPrompt="1"/>
          </p:nvPr>
        </p:nvSpPr>
        <p:spPr>
          <a:xfrm>
            <a:off x="306917" y="3946729"/>
            <a:ext cx="3657600" cy="1993697"/>
          </a:xfrm>
        </p:spPr>
        <p:txBody>
          <a:bodyPr numCol="1">
            <a:noAutofit/>
          </a:bodyPr>
          <a:lstStyle>
            <a:lvl1pPr marL="0" indent="0">
              <a:lnSpc>
                <a:spcPts val="1800"/>
              </a:lnSpc>
              <a:spcBef>
                <a:spcPts val="0"/>
              </a:spcBef>
              <a:spcAft>
                <a:spcPts val="0"/>
              </a:spcAft>
              <a:buFontTx/>
              <a:buNone/>
              <a:defRPr sz="1400" b="1" baseline="0">
                <a:solidFill>
                  <a:schemeClr val="tx1"/>
                </a:solidFill>
              </a:defRPr>
            </a:lvl1pPr>
            <a:lvl2pPr marL="0" indent="0">
              <a:lnSpc>
                <a:spcPts val="1800"/>
              </a:lnSpc>
              <a:spcBef>
                <a:spcPts val="0"/>
              </a:spcBef>
              <a:buFontTx/>
              <a:buNone/>
              <a:defRPr sz="1400" b="0" baseline="0">
                <a:solidFill>
                  <a:schemeClr val="tx1"/>
                </a:solidFill>
              </a:defRPr>
            </a:lvl2pPr>
            <a:lvl3pPr marL="0" indent="0">
              <a:lnSpc>
                <a:spcPts val="1800"/>
              </a:lnSpc>
              <a:spcBef>
                <a:spcPts val="0"/>
              </a:spcBef>
              <a:buFontTx/>
              <a:buNone/>
              <a:defRPr sz="1400" b="0" baseline="0">
                <a:solidFill>
                  <a:schemeClr val="tx1"/>
                </a:solidFill>
              </a:defRPr>
            </a:lvl3pPr>
            <a:lvl4pPr marL="0" indent="0">
              <a:lnSpc>
                <a:spcPts val="1800"/>
              </a:lnSpc>
              <a:spcBef>
                <a:spcPts val="0"/>
              </a:spcBef>
              <a:buFontTx/>
              <a:buNone/>
              <a:defRPr sz="1400" b="0" baseline="0">
                <a:solidFill>
                  <a:schemeClr val="tx1"/>
                </a:solidFill>
              </a:defRPr>
            </a:lvl4pPr>
            <a:lvl5pPr marL="0" indent="0">
              <a:lnSpc>
                <a:spcPts val="1800"/>
              </a:lnSpc>
              <a:spcBef>
                <a:spcPts val="0"/>
              </a:spcBef>
              <a:buFontTx/>
              <a:buNone/>
              <a:defRPr sz="1400" b="0" baseline="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Picture Placeholder 13"/>
          <p:cNvSpPr>
            <a:spLocks noGrp="1"/>
          </p:cNvSpPr>
          <p:nvPr>
            <p:ph type="pic" sz="quarter" idx="14"/>
          </p:nvPr>
        </p:nvSpPr>
        <p:spPr>
          <a:xfrm>
            <a:off x="304800" y="1200354"/>
            <a:ext cx="3864864" cy="2587752"/>
          </a:xfrm>
        </p:spPr>
        <p:txBody>
          <a:bodyPr/>
          <a:lstStyle/>
          <a:p>
            <a:r>
              <a:rPr lang="en-US"/>
              <a:t>Drag picture to placeholder or click icon to add</a:t>
            </a:r>
          </a:p>
        </p:txBody>
      </p:sp>
      <p:sp>
        <p:nvSpPr>
          <p:cNvPr id="8" name="Picture Placeholder 13"/>
          <p:cNvSpPr>
            <a:spLocks noGrp="1"/>
          </p:cNvSpPr>
          <p:nvPr>
            <p:ph type="pic" sz="quarter" idx="15"/>
          </p:nvPr>
        </p:nvSpPr>
        <p:spPr>
          <a:xfrm>
            <a:off x="8003672" y="1200354"/>
            <a:ext cx="3864864" cy="2587752"/>
          </a:xfrm>
        </p:spPr>
        <p:txBody>
          <a:bodyPr/>
          <a:lstStyle/>
          <a:p>
            <a:r>
              <a:rPr lang="en-US"/>
              <a:t>Drag picture to placeholder or click icon to add</a:t>
            </a:r>
          </a:p>
        </p:txBody>
      </p:sp>
      <p:sp>
        <p:nvSpPr>
          <p:cNvPr id="15" name="Picture Placeholder 13"/>
          <p:cNvSpPr>
            <a:spLocks noGrp="1"/>
          </p:cNvSpPr>
          <p:nvPr>
            <p:ph type="pic" sz="quarter" idx="16"/>
          </p:nvPr>
        </p:nvSpPr>
        <p:spPr>
          <a:xfrm>
            <a:off x="4157595" y="1200354"/>
            <a:ext cx="3864864" cy="2587752"/>
          </a:xfrm>
        </p:spPr>
        <p:txBody>
          <a:bodyPr/>
          <a:lstStyle/>
          <a:p>
            <a:r>
              <a:rPr lang="en-US"/>
              <a:t>Drag picture to placeholder or click icon to add</a:t>
            </a:r>
          </a:p>
        </p:txBody>
      </p:sp>
      <p:sp>
        <p:nvSpPr>
          <p:cNvPr id="16" name="Text Placeholder 8"/>
          <p:cNvSpPr>
            <a:spLocks noGrp="1"/>
          </p:cNvSpPr>
          <p:nvPr>
            <p:ph type="body" sz="quarter" idx="17" hasCustomPrompt="1"/>
          </p:nvPr>
        </p:nvSpPr>
        <p:spPr>
          <a:xfrm>
            <a:off x="4145280" y="3946729"/>
            <a:ext cx="3657600" cy="1993697"/>
          </a:xfrm>
        </p:spPr>
        <p:txBody>
          <a:bodyPr numCol="1">
            <a:noAutofit/>
          </a:bodyPr>
          <a:lstStyle>
            <a:lvl1pPr marL="0" indent="0">
              <a:lnSpc>
                <a:spcPts val="1800"/>
              </a:lnSpc>
              <a:spcBef>
                <a:spcPts val="0"/>
              </a:spcBef>
              <a:spcAft>
                <a:spcPts val="0"/>
              </a:spcAft>
              <a:buFontTx/>
              <a:buNone/>
              <a:defRPr sz="1400" b="1" baseline="0">
                <a:solidFill>
                  <a:schemeClr val="tx1"/>
                </a:solidFill>
              </a:defRPr>
            </a:lvl1pPr>
            <a:lvl2pPr marL="0" indent="0">
              <a:lnSpc>
                <a:spcPts val="1800"/>
              </a:lnSpc>
              <a:spcBef>
                <a:spcPts val="0"/>
              </a:spcBef>
              <a:buFontTx/>
              <a:buNone/>
              <a:defRPr sz="1400" b="0" baseline="0">
                <a:solidFill>
                  <a:schemeClr val="tx1"/>
                </a:solidFill>
              </a:defRPr>
            </a:lvl2pPr>
            <a:lvl3pPr marL="0" indent="0">
              <a:lnSpc>
                <a:spcPts val="1800"/>
              </a:lnSpc>
              <a:spcBef>
                <a:spcPts val="0"/>
              </a:spcBef>
              <a:buFontTx/>
              <a:buNone/>
              <a:defRPr sz="1400" b="0" baseline="0">
                <a:solidFill>
                  <a:schemeClr val="tx1"/>
                </a:solidFill>
              </a:defRPr>
            </a:lvl3pPr>
            <a:lvl4pPr marL="0" indent="0">
              <a:lnSpc>
                <a:spcPts val="1800"/>
              </a:lnSpc>
              <a:spcBef>
                <a:spcPts val="0"/>
              </a:spcBef>
              <a:buFontTx/>
              <a:buNone/>
              <a:defRPr sz="1400" b="0" baseline="0">
                <a:solidFill>
                  <a:schemeClr val="tx1"/>
                </a:solidFill>
              </a:defRPr>
            </a:lvl4pPr>
            <a:lvl5pPr marL="0" indent="0">
              <a:lnSpc>
                <a:spcPts val="1800"/>
              </a:lnSpc>
              <a:spcBef>
                <a:spcPts val="0"/>
              </a:spcBef>
              <a:buFontTx/>
              <a:buNone/>
              <a:defRPr sz="1400" b="0" baseline="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ext Placeholder 8"/>
          <p:cNvSpPr>
            <a:spLocks noGrp="1"/>
          </p:cNvSpPr>
          <p:nvPr>
            <p:ph type="body" sz="quarter" idx="18" hasCustomPrompt="1"/>
          </p:nvPr>
        </p:nvSpPr>
        <p:spPr>
          <a:xfrm>
            <a:off x="8004967" y="3946729"/>
            <a:ext cx="3657600" cy="1993697"/>
          </a:xfrm>
        </p:spPr>
        <p:txBody>
          <a:bodyPr numCol="1">
            <a:noAutofit/>
          </a:bodyPr>
          <a:lstStyle>
            <a:lvl1pPr marL="0" indent="0">
              <a:lnSpc>
                <a:spcPts val="1800"/>
              </a:lnSpc>
              <a:spcBef>
                <a:spcPts val="0"/>
              </a:spcBef>
              <a:spcAft>
                <a:spcPts val="0"/>
              </a:spcAft>
              <a:buFontTx/>
              <a:buNone/>
              <a:defRPr sz="1400" b="1" baseline="0">
                <a:solidFill>
                  <a:schemeClr val="tx1"/>
                </a:solidFill>
              </a:defRPr>
            </a:lvl1pPr>
            <a:lvl2pPr marL="0" indent="0">
              <a:lnSpc>
                <a:spcPts val="1800"/>
              </a:lnSpc>
              <a:spcBef>
                <a:spcPts val="0"/>
              </a:spcBef>
              <a:buFontTx/>
              <a:buNone/>
              <a:defRPr sz="1400" b="0" baseline="0">
                <a:solidFill>
                  <a:schemeClr val="tx1"/>
                </a:solidFill>
              </a:defRPr>
            </a:lvl2pPr>
            <a:lvl3pPr marL="0" indent="0">
              <a:lnSpc>
                <a:spcPts val="1800"/>
              </a:lnSpc>
              <a:spcBef>
                <a:spcPts val="0"/>
              </a:spcBef>
              <a:buFontTx/>
              <a:buNone/>
              <a:defRPr sz="1400" b="0" baseline="0">
                <a:solidFill>
                  <a:schemeClr val="tx1"/>
                </a:solidFill>
              </a:defRPr>
            </a:lvl3pPr>
            <a:lvl4pPr marL="0" indent="0">
              <a:lnSpc>
                <a:spcPts val="1800"/>
              </a:lnSpc>
              <a:spcBef>
                <a:spcPts val="0"/>
              </a:spcBef>
              <a:buFontTx/>
              <a:buNone/>
              <a:defRPr sz="1400" b="0" baseline="0">
                <a:solidFill>
                  <a:schemeClr val="tx1"/>
                </a:solidFill>
              </a:defRPr>
            </a:lvl4pPr>
            <a:lvl5pPr marL="0" indent="0">
              <a:lnSpc>
                <a:spcPts val="1800"/>
              </a:lnSpc>
              <a:spcBef>
                <a:spcPts val="0"/>
              </a:spcBef>
              <a:buFontTx/>
              <a:buNone/>
              <a:defRPr sz="1400" b="0" baseline="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4"/>
          <p:cNvSpPr>
            <a:spLocks noGrp="1"/>
          </p:cNvSpPr>
          <p:nvPr>
            <p:ph type="sldNum" sz="quarter" idx="4"/>
          </p:nvPr>
        </p:nvSpPr>
        <p:spPr>
          <a:xfrm>
            <a:off x="11332143" y="6460525"/>
            <a:ext cx="628851" cy="234133"/>
          </a:xfrm>
          <a:prstGeom prst="rect">
            <a:avLst/>
          </a:prstGeom>
        </p:spPr>
        <p:txBody>
          <a:bodyPr/>
          <a:lstStyle>
            <a:lvl1pPr>
              <a:defRPr sz="1050">
                <a:solidFill>
                  <a:schemeClr val="bg1"/>
                </a:solidFill>
              </a:defRPr>
            </a:lvl1pPr>
          </a:lstStyle>
          <a:p>
            <a:fld id="{8A480109-43AB-EE45-95D5-106F2E9FB1AA}" type="slidenum">
              <a:rPr lang="en-US" smtClean="0"/>
              <a:pPr/>
              <a:t>‹#›</a:t>
            </a:fld>
            <a:endParaRPr lang="en-US" dirty="0"/>
          </a:p>
        </p:txBody>
      </p:sp>
      <p:pic>
        <p:nvPicPr>
          <p:cNvPr id="10" name="Picture 9"/>
          <p:cNvPicPr>
            <a:picLocks noChangeAspect="1"/>
          </p:cNvPicPr>
          <p:nvPr userDrawn="1"/>
        </p:nvPicPr>
        <p:blipFill>
          <a:blip r:embed="rId2" cstate="print">
            <a:alphaModFix amt="74000"/>
            <a:extLst>
              <a:ext uri="{28A0092B-C50C-407E-A947-70E740481C1C}">
                <a14:useLocalDpi xmlns:a14="http://schemas.microsoft.com/office/drawing/2010/main" val="0"/>
              </a:ext>
            </a:extLst>
          </a:blip>
          <a:stretch>
            <a:fillRect/>
          </a:stretch>
        </p:blipFill>
        <p:spPr>
          <a:xfrm>
            <a:off x="1617913" y="6414200"/>
            <a:ext cx="3126867" cy="427228"/>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able_Global IT_Blue">
    <p:spTree>
      <p:nvGrpSpPr>
        <p:cNvPr id="1" name=""/>
        <p:cNvGrpSpPr/>
        <p:nvPr/>
      </p:nvGrpSpPr>
      <p:grpSpPr>
        <a:xfrm>
          <a:off x="0" y="0"/>
          <a:ext cx="0" cy="0"/>
          <a:chOff x="0" y="0"/>
          <a:chExt cx="0" cy="0"/>
        </a:xfrm>
      </p:grpSpPr>
      <p:sp>
        <p:nvSpPr>
          <p:cNvPr id="7" name="Title 1"/>
          <p:cNvSpPr>
            <a:spLocks noGrp="1"/>
          </p:cNvSpPr>
          <p:nvPr>
            <p:ph type="title"/>
          </p:nvPr>
        </p:nvSpPr>
        <p:spPr>
          <a:xfrm>
            <a:off x="328691" y="502921"/>
            <a:ext cx="10090149" cy="1154927"/>
          </a:xfrm>
        </p:spPr>
        <p:txBody>
          <a:bodyPr/>
          <a:lstStyle>
            <a:lvl1pPr>
              <a:lnSpc>
                <a:spcPts val="4000"/>
              </a:lnSpc>
              <a:defRPr sz="3600">
                <a:solidFill>
                  <a:srgbClr val="007A87"/>
                </a:solidFill>
              </a:defRPr>
            </a:lvl1pPr>
          </a:lstStyle>
          <a:p>
            <a:r>
              <a:rPr lang="en-US" dirty="0"/>
              <a:t>Click to edit Master title style</a:t>
            </a:r>
          </a:p>
        </p:txBody>
      </p:sp>
      <p:sp>
        <p:nvSpPr>
          <p:cNvPr id="11" name="Text Placeholder 5"/>
          <p:cNvSpPr>
            <a:spLocks noGrp="1"/>
          </p:cNvSpPr>
          <p:nvPr>
            <p:ph type="body" sz="quarter" idx="12" hasCustomPrompt="1"/>
          </p:nvPr>
        </p:nvSpPr>
        <p:spPr>
          <a:xfrm>
            <a:off x="323523" y="1839320"/>
            <a:ext cx="10095317" cy="397952"/>
          </a:xfrm>
        </p:spPr>
        <p:txBody>
          <a:bodyPr>
            <a:noAutofit/>
          </a:bodyPr>
          <a:lstStyle>
            <a:lvl1pPr marL="0" indent="0">
              <a:lnSpc>
                <a:spcPts val="1800"/>
              </a:lnSpc>
              <a:spcBef>
                <a:spcPts val="0"/>
              </a:spcBef>
              <a:buFontTx/>
              <a:buNone/>
              <a:defRPr b="0">
                <a:solidFill>
                  <a:schemeClr val="tx1"/>
                </a:solidFill>
              </a:defRPr>
            </a:lvl1pPr>
          </a:lstStyle>
          <a:p>
            <a:pPr lvl="0"/>
            <a:r>
              <a:rPr lang="en-US" dirty="0"/>
              <a:t>Click to edit master text styles</a:t>
            </a:r>
          </a:p>
        </p:txBody>
      </p:sp>
      <p:sp>
        <p:nvSpPr>
          <p:cNvPr id="8" name="Slide Number Placeholder 4"/>
          <p:cNvSpPr>
            <a:spLocks noGrp="1"/>
          </p:cNvSpPr>
          <p:nvPr>
            <p:ph type="sldNum" sz="quarter" idx="4"/>
          </p:nvPr>
        </p:nvSpPr>
        <p:spPr>
          <a:xfrm>
            <a:off x="11332143" y="6460525"/>
            <a:ext cx="628851" cy="234133"/>
          </a:xfrm>
          <a:prstGeom prst="rect">
            <a:avLst/>
          </a:prstGeom>
        </p:spPr>
        <p:txBody>
          <a:bodyPr/>
          <a:lstStyle>
            <a:lvl1pPr>
              <a:defRPr sz="1050">
                <a:solidFill>
                  <a:schemeClr val="bg1"/>
                </a:solidFill>
              </a:defRPr>
            </a:lvl1pPr>
          </a:lstStyle>
          <a:p>
            <a:fld id="{8A480109-43AB-EE45-95D5-106F2E9FB1AA}" type="slidenum">
              <a:rPr lang="en-US" smtClean="0"/>
              <a:pPr/>
              <a:t>‹#›</a:t>
            </a:fld>
            <a:endParaRPr lang="en-US" dirty="0"/>
          </a:p>
        </p:txBody>
      </p:sp>
      <p:pic>
        <p:nvPicPr>
          <p:cNvPr id="6" name="Picture 5"/>
          <p:cNvPicPr>
            <a:picLocks noChangeAspect="1"/>
          </p:cNvPicPr>
          <p:nvPr userDrawn="1"/>
        </p:nvPicPr>
        <p:blipFill>
          <a:blip r:embed="rId2" cstate="print">
            <a:alphaModFix amt="74000"/>
            <a:extLst>
              <a:ext uri="{28A0092B-C50C-407E-A947-70E740481C1C}">
                <a14:useLocalDpi xmlns:a14="http://schemas.microsoft.com/office/drawing/2010/main" val="0"/>
              </a:ext>
            </a:extLst>
          </a:blip>
          <a:stretch>
            <a:fillRect/>
          </a:stretch>
        </p:blipFill>
        <p:spPr>
          <a:xfrm>
            <a:off x="1617913" y="6414200"/>
            <a:ext cx="3126867" cy="427228"/>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ist_Global IT_Blue">
    <p:spTree>
      <p:nvGrpSpPr>
        <p:cNvPr id="1" name=""/>
        <p:cNvGrpSpPr/>
        <p:nvPr/>
      </p:nvGrpSpPr>
      <p:grpSpPr>
        <a:xfrm>
          <a:off x="0" y="0"/>
          <a:ext cx="0" cy="0"/>
          <a:chOff x="0" y="0"/>
          <a:chExt cx="0" cy="0"/>
        </a:xfrm>
      </p:grpSpPr>
      <p:sp>
        <p:nvSpPr>
          <p:cNvPr id="7" name="Title 1"/>
          <p:cNvSpPr>
            <a:spLocks noGrp="1"/>
          </p:cNvSpPr>
          <p:nvPr>
            <p:ph type="title"/>
          </p:nvPr>
        </p:nvSpPr>
        <p:spPr>
          <a:xfrm>
            <a:off x="457200" y="502921"/>
            <a:ext cx="10210801" cy="1154927"/>
          </a:xfrm>
        </p:spPr>
        <p:txBody>
          <a:bodyPr/>
          <a:lstStyle>
            <a:lvl1pPr>
              <a:lnSpc>
                <a:spcPts val="4000"/>
              </a:lnSpc>
              <a:defRPr sz="3600">
                <a:solidFill>
                  <a:srgbClr val="007A87"/>
                </a:solidFill>
              </a:defRPr>
            </a:lvl1pPr>
          </a:lstStyle>
          <a:p>
            <a:r>
              <a:rPr lang="en-US" dirty="0"/>
              <a:t>Click to edit Master title style</a:t>
            </a:r>
          </a:p>
        </p:txBody>
      </p:sp>
      <p:sp>
        <p:nvSpPr>
          <p:cNvPr id="6" name="Slide Number Placeholder 4"/>
          <p:cNvSpPr>
            <a:spLocks noGrp="1"/>
          </p:cNvSpPr>
          <p:nvPr>
            <p:ph type="sldNum" sz="quarter" idx="4"/>
          </p:nvPr>
        </p:nvSpPr>
        <p:spPr>
          <a:xfrm>
            <a:off x="11332143" y="6460525"/>
            <a:ext cx="628851" cy="234133"/>
          </a:xfrm>
          <a:prstGeom prst="rect">
            <a:avLst/>
          </a:prstGeom>
        </p:spPr>
        <p:txBody>
          <a:bodyPr/>
          <a:lstStyle>
            <a:lvl1pPr>
              <a:defRPr sz="1050">
                <a:solidFill>
                  <a:schemeClr val="bg1"/>
                </a:solidFill>
              </a:defRPr>
            </a:lvl1pPr>
          </a:lstStyle>
          <a:p>
            <a:fld id="{8A480109-43AB-EE45-95D5-106F2E9FB1AA}" type="slidenum">
              <a:rPr lang="en-US" smtClean="0"/>
              <a:pPr/>
              <a:t>‹#›</a:t>
            </a:fld>
            <a:endParaRPr lang="en-US" dirty="0"/>
          </a:p>
        </p:txBody>
      </p:sp>
      <p:pic>
        <p:nvPicPr>
          <p:cNvPr id="5" name="Picture 4"/>
          <p:cNvPicPr>
            <a:picLocks noChangeAspect="1"/>
          </p:cNvPicPr>
          <p:nvPr userDrawn="1"/>
        </p:nvPicPr>
        <p:blipFill>
          <a:blip r:embed="rId2" cstate="print">
            <a:alphaModFix amt="74000"/>
            <a:extLst>
              <a:ext uri="{28A0092B-C50C-407E-A947-70E740481C1C}">
                <a14:useLocalDpi xmlns:a14="http://schemas.microsoft.com/office/drawing/2010/main" val="0"/>
              </a:ext>
            </a:extLst>
          </a:blip>
          <a:stretch>
            <a:fillRect/>
          </a:stretch>
        </p:blipFill>
        <p:spPr>
          <a:xfrm>
            <a:off x="1617913" y="6414200"/>
            <a:ext cx="3126867" cy="427228"/>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_wFooter_Global IT_Blue">
    <p:spTree>
      <p:nvGrpSpPr>
        <p:cNvPr id="1" name=""/>
        <p:cNvGrpSpPr/>
        <p:nvPr/>
      </p:nvGrpSpPr>
      <p:grpSpPr>
        <a:xfrm>
          <a:off x="0" y="0"/>
          <a:ext cx="0" cy="0"/>
          <a:chOff x="0" y="0"/>
          <a:chExt cx="0" cy="0"/>
        </a:xfrm>
      </p:grpSpPr>
      <p:sp>
        <p:nvSpPr>
          <p:cNvPr id="7" name="Slide Number Placeholder 4"/>
          <p:cNvSpPr>
            <a:spLocks noGrp="1"/>
          </p:cNvSpPr>
          <p:nvPr>
            <p:ph type="sldNum" sz="quarter" idx="4"/>
          </p:nvPr>
        </p:nvSpPr>
        <p:spPr>
          <a:xfrm>
            <a:off x="11332143" y="6460525"/>
            <a:ext cx="628851" cy="234133"/>
          </a:xfrm>
          <a:prstGeom prst="rect">
            <a:avLst/>
          </a:prstGeom>
        </p:spPr>
        <p:txBody>
          <a:bodyPr/>
          <a:lstStyle>
            <a:lvl1pPr>
              <a:defRPr sz="1050">
                <a:solidFill>
                  <a:schemeClr val="bg1"/>
                </a:solidFill>
              </a:defRPr>
            </a:lvl1pPr>
          </a:lstStyle>
          <a:p>
            <a:fld id="{8A480109-43AB-EE45-95D5-106F2E9FB1AA}" type="slidenum">
              <a:rPr lang="en-US" smtClean="0"/>
              <a:pPr/>
              <a:t>‹#›</a:t>
            </a:fld>
            <a:endParaRPr lang="en-US" dirty="0"/>
          </a:p>
        </p:txBody>
      </p:sp>
      <p:pic>
        <p:nvPicPr>
          <p:cNvPr id="4" name="Picture 3"/>
          <p:cNvPicPr>
            <a:picLocks noChangeAspect="1"/>
          </p:cNvPicPr>
          <p:nvPr userDrawn="1"/>
        </p:nvPicPr>
        <p:blipFill>
          <a:blip r:embed="rId2" cstate="print">
            <a:alphaModFix amt="74000"/>
            <a:extLst>
              <a:ext uri="{28A0092B-C50C-407E-A947-70E740481C1C}">
                <a14:useLocalDpi xmlns:a14="http://schemas.microsoft.com/office/drawing/2010/main" val="0"/>
              </a:ext>
            </a:extLst>
          </a:blip>
          <a:stretch>
            <a:fillRect/>
          </a:stretch>
        </p:blipFill>
        <p:spPr>
          <a:xfrm>
            <a:off x="1617913" y="6414200"/>
            <a:ext cx="3126867" cy="427228"/>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MosaicFourColumn_Global IT_Blue">
    <p:spTree>
      <p:nvGrpSpPr>
        <p:cNvPr id="1" name=""/>
        <p:cNvGrpSpPr/>
        <p:nvPr/>
      </p:nvGrpSpPr>
      <p:grpSpPr>
        <a:xfrm>
          <a:off x="0" y="0"/>
          <a:ext cx="0" cy="0"/>
          <a:chOff x="0" y="0"/>
          <a:chExt cx="0" cy="0"/>
        </a:xfrm>
      </p:grpSpPr>
      <p:sp>
        <p:nvSpPr>
          <p:cNvPr id="36" name="Round Diagonal Corner Rectangle 35"/>
          <p:cNvSpPr/>
          <p:nvPr userDrawn="1"/>
        </p:nvSpPr>
        <p:spPr>
          <a:xfrm>
            <a:off x="3279648" y="2862072"/>
            <a:ext cx="2743200" cy="2862072"/>
          </a:xfrm>
          <a:prstGeom prst="round2DiagRect">
            <a:avLst>
              <a:gd name="adj1" fmla="val 10971"/>
              <a:gd name="adj2" fmla="val 0"/>
            </a:avLst>
          </a:prstGeom>
          <a:solidFill>
            <a:srgbClr val="005C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0" name="Round Diagonal Corner Rectangle 39"/>
          <p:cNvSpPr/>
          <p:nvPr userDrawn="1"/>
        </p:nvSpPr>
        <p:spPr>
          <a:xfrm>
            <a:off x="6169152" y="914400"/>
            <a:ext cx="2743200" cy="2862072"/>
          </a:xfrm>
          <a:prstGeom prst="round2DiagRect">
            <a:avLst>
              <a:gd name="adj1" fmla="val 10362"/>
              <a:gd name="adj2" fmla="val 0"/>
            </a:avLst>
          </a:prstGeom>
          <a:solidFill>
            <a:srgbClr val="1E9D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007A87"/>
              </a:solidFill>
            </a:endParaRPr>
          </a:p>
        </p:txBody>
      </p:sp>
      <p:sp>
        <p:nvSpPr>
          <p:cNvPr id="37" name="Round Diagonal Corner Rectangle 36"/>
          <p:cNvSpPr/>
          <p:nvPr userDrawn="1"/>
        </p:nvSpPr>
        <p:spPr>
          <a:xfrm>
            <a:off x="9070848" y="2862072"/>
            <a:ext cx="2816352" cy="2862072"/>
          </a:xfrm>
          <a:prstGeom prst="round2DiagRect">
            <a:avLst>
              <a:gd name="adj1" fmla="val 0"/>
              <a:gd name="adj2" fmla="val 10818"/>
            </a:avLst>
          </a:prstGeom>
          <a:solidFill>
            <a:srgbClr val="005C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38" name="Round Diagonal Corner Rectangle 37"/>
          <p:cNvSpPr/>
          <p:nvPr userDrawn="1"/>
        </p:nvSpPr>
        <p:spPr>
          <a:xfrm>
            <a:off x="306917" y="914400"/>
            <a:ext cx="2816352" cy="2862072"/>
          </a:xfrm>
          <a:prstGeom prst="round2DiagRect">
            <a:avLst>
              <a:gd name="adj1" fmla="val 0"/>
              <a:gd name="adj2" fmla="val 10818"/>
            </a:avLst>
          </a:prstGeom>
          <a:solidFill>
            <a:srgbClr val="1E9D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rgbClr val="007A87"/>
              </a:solidFill>
            </a:endParaRPr>
          </a:p>
        </p:txBody>
      </p:sp>
      <p:sp>
        <p:nvSpPr>
          <p:cNvPr id="22" name="Picture Placeholder 21"/>
          <p:cNvSpPr>
            <a:spLocks noGrp="1"/>
          </p:cNvSpPr>
          <p:nvPr>
            <p:ph type="pic" sz="quarter" idx="14"/>
          </p:nvPr>
        </p:nvSpPr>
        <p:spPr>
          <a:xfrm>
            <a:off x="9070848" y="914400"/>
            <a:ext cx="2816352" cy="1828800"/>
          </a:xfrm>
          <a:prstGeom prst="round2DiagRect">
            <a:avLst>
              <a:gd name="adj1" fmla="val 10996"/>
              <a:gd name="adj2" fmla="val 0"/>
            </a:avLst>
          </a:prstGeom>
        </p:spPr>
        <p:txBody>
          <a:bodyPr/>
          <a:lstStyle/>
          <a:p>
            <a:r>
              <a:rPr lang="en-US"/>
              <a:t>Drag picture to placeholder or click icon to add</a:t>
            </a:r>
            <a:endParaRPr lang="en-US" dirty="0"/>
          </a:p>
        </p:txBody>
      </p:sp>
      <p:sp>
        <p:nvSpPr>
          <p:cNvPr id="20" name="Picture Placeholder 19"/>
          <p:cNvSpPr>
            <a:spLocks noGrp="1"/>
          </p:cNvSpPr>
          <p:nvPr>
            <p:ph type="pic" sz="quarter" idx="13"/>
          </p:nvPr>
        </p:nvSpPr>
        <p:spPr>
          <a:xfrm>
            <a:off x="3279648" y="914400"/>
            <a:ext cx="2743200" cy="1828800"/>
          </a:xfrm>
          <a:prstGeom prst="round2DiagRect">
            <a:avLst>
              <a:gd name="adj1" fmla="val 0"/>
              <a:gd name="adj2" fmla="val 14555"/>
            </a:avLst>
          </a:prstGeom>
        </p:spPr>
        <p:txBody>
          <a:bodyPr/>
          <a:lstStyle/>
          <a:p>
            <a:r>
              <a:rPr lang="en-US"/>
              <a:t>Drag picture to placeholder or click icon to add</a:t>
            </a:r>
          </a:p>
        </p:txBody>
      </p:sp>
      <p:sp>
        <p:nvSpPr>
          <p:cNvPr id="16" name="Picture Placeholder 15"/>
          <p:cNvSpPr>
            <a:spLocks noGrp="1"/>
          </p:cNvSpPr>
          <p:nvPr>
            <p:ph type="pic" sz="quarter" idx="12"/>
          </p:nvPr>
        </p:nvSpPr>
        <p:spPr>
          <a:xfrm>
            <a:off x="6169152" y="3886200"/>
            <a:ext cx="2743200" cy="1828800"/>
          </a:xfrm>
          <a:prstGeom prst="round2DiagRect">
            <a:avLst>
              <a:gd name="adj1" fmla="val 0"/>
              <a:gd name="adj2" fmla="val 12589"/>
            </a:avLst>
          </a:prstGeom>
        </p:spPr>
        <p:txBody>
          <a:bodyPr/>
          <a:lstStyle/>
          <a:p>
            <a:r>
              <a:rPr lang="en-US"/>
              <a:t>Drag picture to placeholder or click icon to add</a:t>
            </a:r>
          </a:p>
        </p:txBody>
      </p:sp>
      <p:sp>
        <p:nvSpPr>
          <p:cNvPr id="14" name="Picture Placeholder 13"/>
          <p:cNvSpPr>
            <a:spLocks noGrp="1"/>
          </p:cNvSpPr>
          <p:nvPr>
            <p:ph type="pic" sz="quarter" idx="11"/>
          </p:nvPr>
        </p:nvSpPr>
        <p:spPr>
          <a:xfrm>
            <a:off x="304800" y="3886200"/>
            <a:ext cx="2816352" cy="1828800"/>
          </a:xfrm>
          <a:prstGeom prst="round2DiagRect">
            <a:avLst>
              <a:gd name="adj1" fmla="val 12993"/>
              <a:gd name="adj2" fmla="val 0"/>
            </a:avLst>
          </a:prstGeom>
        </p:spPr>
        <p:txBody>
          <a:bodyPr/>
          <a:lstStyle/>
          <a:p>
            <a:r>
              <a:rPr lang="en-US"/>
              <a:t>Drag picture to placeholder or click icon to add</a:t>
            </a:r>
          </a:p>
        </p:txBody>
      </p:sp>
      <p:sp>
        <p:nvSpPr>
          <p:cNvPr id="24" name="Text Placeholder 23"/>
          <p:cNvSpPr>
            <a:spLocks noGrp="1"/>
          </p:cNvSpPr>
          <p:nvPr>
            <p:ph type="body" sz="quarter" idx="15"/>
          </p:nvPr>
        </p:nvSpPr>
        <p:spPr bwMode="gray">
          <a:xfrm>
            <a:off x="6473952" y="1010984"/>
            <a:ext cx="2133600" cy="1783080"/>
          </a:xfrm>
        </p:spPr>
        <p:txBody>
          <a:bodyPr tIns="0" bIns="0" anchor="b">
            <a:noAutofit/>
          </a:bodyPr>
          <a:lstStyle>
            <a:lvl1pPr marL="0" indent="0">
              <a:lnSpc>
                <a:spcPts val="2900"/>
              </a:lnSpc>
              <a:spcBef>
                <a:spcPts val="0"/>
              </a:spcBef>
              <a:buNone/>
              <a:defRPr sz="2400" b="1">
                <a:solidFill>
                  <a:schemeClr val="bg1"/>
                </a:solidFill>
              </a:defRPr>
            </a:lvl1pPr>
          </a:lstStyle>
          <a:p>
            <a:pPr lvl="0"/>
            <a:r>
              <a:rPr lang="en-US"/>
              <a:t>Click to edit Master text styles</a:t>
            </a:r>
          </a:p>
        </p:txBody>
      </p:sp>
      <p:sp>
        <p:nvSpPr>
          <p:cNvPr id="26" name="Text Placeholder 25"/>
          <p:cNvSpPr>
            <a:spLocks noGrp="1"/>
          </p:cNvSpPr>
          <p:nvPr>
            <p:ph type="body" sz="quarter" idx="16"/>
          </p:nvPr>
        </p:nvSpPr>
        <p:spPr bwMode="gray">
          <a:xfrm>
            <a:off x="6473952" y="2930461"/>
            <a:ext cx="2133600" cy="804672"/>
          </a:xfrm>
        </p:spPr>
        <p:txBody>
          <a:bodyPr tIns="0" bIns="0">
            <a:normAutofit/>
          </a:bodyPr>
          <a:lstStyle>
            <a:lvl1pPr marL="0" indent="0">
              <a:lnSpc>
                <a:spcPts val="1600"/>
              </a:lnSpc>
              <a:spcBef>
                <a:spcPts val="0"/>
              </a:spcBef>
              <a:buNone/>
              <a:defRPr sz="1400">
                <a:solidFill>
                  <a:schemeClr val="bg1"/>
                </a:solidFill>
              </a:defRPr>
            </a:lvl1pPr>
          </a:lstStyle>
          <a:p>
            <a:pPr lvl="0"/>
            <a:r>
              <a:rPr lang="en-US"/>
              <a:t>Click to edit Master text styles</a:t>
            </a:r>
          </a:p>
        </p:txBody>
      </p:sp>
      <p:sp>
        <p:nvSpPr>
          <p:cNvPr id="21" name="Text Placeholder 23"/>
          <p:cNvSpPr>
            <a:spLocks noGrp="1"/>
          </p:cNvSpPr>
          <p:nvPr>
            <p:ph type="body" sz="quarter" idx="23"/>
          </p:nvPr>
        </p:nvSpPr>
        <p:spPr bwMode="gray">
          <a:xfrm>
            <a:off x="9375648" y="2952520"/>
            <a:ext cx="2133600" cy="1747381"/>
          </a:xfrm>
        </p:spPr>
        <p:txBody>
          <a:bodyPr tIns="0" bIns="0" anchor="b">
            <a:noAutofit/>
          </a:bodyPr>
          <a:lstStyle>
            <a:lvl1pPr marL="0" indent="0">
              <a:lnSpc>
                <a:spcPts val="5900"/>
              </a:lnSpc>
              <a:spcBef>
                <a:spcPts val="0"/>
              </a:spcBef>
              <a:buNone/>
              <a:defRPr sz="7200" b="1">
                <a:solidFill>
                  <a:schemeClr val="bg1"/>
                </a:solidFill>
              </a:defRPr>
            </a:lvl1pPr>
          </a:lstStyle>
          <a:p>
            <a:pPr lvl="0"/>
            <a:r>
              <a:rPr lang="en-US"/>
              <a:t>Click to edit Master text styles</a:t>
            </a:r>
          </a:p>
        </p:txBody>
      </p:sp>
      <p:sp>
        <p:nvSpPr>
          <p:cNvPr id="23" name="Text Placeholder 25"/>
          <p:cNvSpPr>
            <a:spLocks noGrp="1"/>
          </p:cNvSpPr>
          <p:nvPr>
            <p:ph type="body" sz="quarter" idx="24"/>
          </p:nvPr>
        </p:nvSpPr>
        <p:spPr bwMode="gray">
          <a:xfrm>
            <a:off x="9375648" y="4814126"/>
            <a:ext cx="2133600" cy="801415"/>
          </a:xfrm>
        </p:spPr>
        <p:txBody>
          <a:bodyPr tIns="0" bIns="0">
            <a:normAutofit/>
          </a:bodyPr>
          <a:lstStyle>
            <a:lvl1pPr marL="0" indent="0">
              <a:lnSpc>
                <a:spcPts val="1600"/>
              </a:lnSpc>
              <a:spcBef>
                <a:spcPts val="0"/>
              </a:spcBef>
              <a:buNone/>
              <a:defRPr sz="1400">
                <a:solidFill>
                  <a:schemeClr val="bg1"/>
                </a:solidFill>
              </a:defRPr>
            </a:lvl1pPr>
          </a:lstStyle>
          <a:p>
            <a:pPr lvl="0"/>
            <a:r>
              <a:rPr lang="en-US"/>
              <a:t>Click to edit Master text styles</a:t>
            </a:r>
          </a:p>
        </p:txBody>
      </p:sp>
      <p:sp>
        <p:nvSpPr>
          <p:cNvPr id="25" name="Text Placeholder 23"/>
          <p:cNvSpPr>
            <a:spLocks noGrp="1"/>
          </p:cNvSpPr>
          <p:nvPr>
            <p:ph type="body" sz="quarter" idx="25"/>
          </p:nvPr>
        </p:nvSpPr>
        <p:spPr bwMode="gray">
          <a:xfrm>
            <a:off x="609600" y="1010984"/>
            <a:ext cx="2133600" cy="1783080"/>
          </a:xfrm>
        </p:spPr>
        <p:txBody>
          <a:bodyPr tIns="0" bIns="0" anchor="b">
            <a:noAutofit/>
          </a:bodyPr>
          <a:lstStyle>
            <a:lvl1pPr marL="0" indent="0">
              <a:lnSpc>
                <a:spcPts val="3900"/>
              </a:lnSpc>
              <a:spcBef>
                <a:spcPts val="0"/>
              </a:spcBef>
              <a:buNone/>
              <a:defRPr sz="3600" b="1">
                <a:solidFill>
                  <a:schemeClr val="bg1"/>
                </a:solidFill>
              </a:defRPr>
            </a:lvl1pPr>
          </a:lstStyle>
          <a:p>
            <a:pPr lvl="0"/>
            <a:r>
              <a:rPr lang="en-US"/>
              <a:t>Click to edit Master text styles</a:t>
            </a:r>
          </a:p>
        </p:txBody>
      </p:sp>
      <p:sp>
        <p:nvSpPr>
          <p:cNvPr id="33" name="Text Placeholder 25"/>
          <p:cNvSpPr>
            <a:spLocks noGrp="1"/>
          </p:cNvSpPr>
          <p:nvPr>
            <p:ph type="body" sz="quarter" idx="26"/>
          </p:nvPr>
        </p:nvSpPr>
        <p:spPr bwMode="gray">
          <a:xfrm>
            <a:off x="609600" y="2930462"/>
            <a:ext cx="2133600" cy="801415"/>
          </a:xfrm>
        </p:spPr>
        <p:txBody>
          <a:bodyPr tIns="0" bIns="0">
            <a:normAutofit/>
          </a:bodyPr>
          <a:lstStyle>
            <a:lvl1pPr marL="0" indent="0">
              <a:lnSpc>
                <a:spcPts val="1600"/>
              </a:lnSpc>
              <a:spcBef>
                <a:spcPts val="0"/>
              </a:spcBef>
              <a:buNone/>
              <a:defRPr sz="1400">
                <a:solidFill>
                  <a:schemeClr val="bg1"/>
                </a:solidFill>
              </a:defRPr>
            </a:lvl1pPr>
          </a:lstStyle>
          <a:p>
            <a:pPr lvl="0"/>
            <a:r>
              <a:rPr lang="en-US"/>
              <a:t>Click to edit Master text styles</a:t>
            </a:r>
          </a:p>
        </p:txBody>
      </p:sp>
      <p:sp>
        <p:nvSpPr>
          <p:cNvPr id="34" name="Text Placeholder 23"/>
          <p:cNvSpPr>
            <a:spLocks noGrp="1"/>
          </p:cNvSpPr>
          <p:nvPr>
            <p:ph type="body" sz="quarter" idx="27"/>
          </p:nvPr>
        </p:nvSpPr>
        <p:spPr bwMode="gray">
          <a:xfrm>
            <a:off x="3572256" y="2952520"/>
            <a:ext cx="2133600" cy="1747381"/>
          </a:xfrm>
        </p:spPr>
        <p:txBody>
          <a:bodyPr tIns="0" bIns="0" anchor="b">
            <a:noAutofit/>
          </a:bodyPr>
          <a:lstStyle>
            <a:lvl1pPr marL="0" indent="0">
              <a:lnSpc>
                <a:spcPts val="3900"/>
              </a:lnSpc>
              <a:spcBef>
                <a:spcPts val="0"/>
              </a:spcBef>
              <a:buNone/>
              <a:defRPr sz="4800" b="1">
                <a:solidFill>
                  <a:schemeClr val="bg1"/>
                </a:solidFill>
              </a:defRPr>
            </a:lvl1pPr>
          </a:lstStyle>
          <a:p>
            <a:pPr lvl="0"/>
            <a:r>
              <a:rPr lang="en-US"/>
              <a:t>Click to edit Master text styles</a:t>
            </a:r>
          </a:p>
        </p:txBody>
      </p:sp>
      <p:sp>
        <p:nvSpPr>
          <p:cNvPr id="35" name="Text Placeholder 25"/>
          <p:cNvSpPr>
            <a:spLocks noGrp="1"/>
          </p:cNvSpPr>
          <p:nvPr>
            <p:ph type="body" sz="quarter" idx="28"/>
          </p:nvPr>
        </p:nvSpPr>
        <p:spPr bwMode="gray">
          <a:xfrm>
            <a:off x="3572256" y="4814126"/>
            <a:ext cx="2343440" cy="801415"/>
          </a:xfrm>
        </p:spPr>
        <p:txBody>
          <a:bodyPr tIns="0" bIns="0">
            <a:noAutofit/>
          </a:bodyPr>
          <a:lstStyle>
            <a:lvl1pPr marL="0" indent="0">
              <a:lnSpc>
                <a:spcPts val="1700"/>
              </a:lnSpc>
              <a:spcBef>
                <a:spcPts val="0"/>
              </a:spcBef>
              <a:buNone/>
              <a:defRPr lang="en-US" sz="1600" kern="1200" dirty="0" smtClean="0">
                <a:solidFill>
                  <a:schemeClr val="bg1"/>
                </a:solidFill>
                <a:latin typeface="+mn-lt"/>
                <a:ea typeface="+mn-ea"/>
                <a:cs typeface="+mn-cs"/>
              </a:defRPr>
            </a:lvl1pPr>
          </a:lstStyle>
          <a:p>
            <a:pPr lvl="0"/>
            <a:r>
              <a:rPr lang="en-US"/>
              <a:t>Click to edit Master text styles</a:t>
            </a:r>
          </a:p>
        </p:txBody>
      </p:sp>
      <p:sp>
        <p:nvSpPr>
          <p:cNvPr id="28" name="Slide Number Placeholder 4"/>
          <p:cNvSpPr txBox="1">
            <a:spLocks/>
          </p:cNvSpPr>
          <p:nvPr userDrawn="1"/>
        </p:nvSpPr>
        <p:spPr>
          <a:xfrm>
            <a:off x="11357811" y="6460525"/>
            <a:ext cx="603183" cy="234133"/>
          </a:xfrm>
          <a:prstGeom prst="rect">
            <a:avLst/>
          </a:prstGeom>
        </p:spPr>
        <p:txBody>
          <a:bodyPr/>
          <a:lstStyle>
            <a:defPPr>
              <a:defRPr lang="en-US"/>
            </a:defPPr>
            <a:lvl1pPr marL="0" algn="ctr" defTabSz="914400" rtl="0" eaLnBrk="1" latinLnBrk="0" hangingPunct="1">
              <a:defRPr sz="105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A480109-43AB-EE45-95D5-106F2E9FB1AA}" type="slidenum">
              <a:rPr lang="en-US" sz="1050" smtClean="0"/>
              <a:pPr/>
              <a:t>‹#›</a:t>
            </a:fld>
            <a:endParaRPr lang="en-US" sz="1050" dirty="0"/>
          </a:p>
        </p:txBody>
      </p:sp>
      <p:pic>
        <p:nvPicPr>
          <p:cNvPr id="31" name="Picture 30"/>
          <p:cNvPicPr>
            <a:picLocks noChangeAspect="1"/>
          </p:cNvPicPr>
          <p:nvPr userDrawn="1"/>
        </p:nvPicPr>
        <p:blipFill>
          <a:blip r:embed="rId2" cstate="print">
            <a:alphaModFix amt="74000"/>
            <a:extLst>
              <a:ext uri="{28A0092B-C50C-407E-A947-70E740481C1C}">
                <a14:useLocalDpi xmlns:a14="http://schemas.microsoft.com/office/drawing/2010/main" val="0"/>
              </a:ext>
            </a:extLst>
          </a:blip>
          <a:stretch>
            <a:fillRect/>
          </a:stretch>
        </p:blipFill>
        <p:spPr>
          <a:xfrm>
            <a:off x="1617913" y="6414200"/>
            <a:ext cx="3126867" cy="427228"/>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MosaicThreeColumn_Global IT_Blue">
    <p:spTree>
      <p:nvGrpSpPr>
        <p:cNvPr id="1" name=""/>
        <p:cNvGrpSpPr/>
        <p:nvPr/>
      </p:nvGrpSpPr>
      <p:grpSpPr>
        <a:xfrm>
          <a:off x="0" y="0"/>
          <a:ext cx="0" cy="0"/>
          <a:chOff x="0" y="0"/>
          <a:chExt cx="0" cy="0"/>
        </a:xfrm>
      </p:grpSpPr>
      <p:sp>
        <p:nvSpPr>
          <p:cNvPr id="36" name="Round Diagonal Corner Rectangle 35"/>
          <p:cNvSpPr/>
          <p:nvPr userDrawn="1"/>
        </p:nvSpPr>
        <p:spPr>
          <a:xfrm>
            <a:off x="4230624" y="3118104"/>
            <a:ext cx="3730752" cy="2596896"/>
          </a:xfrm>
          <a:prstGeom prst="round2DiagRect">
            <a:avLst>
              <a:gd name="adj1" fmla="val 9144"/>
              <a:gd name="adj2" fmla="val 0"/>
            </a:avLst>
          </a:prstGeom>
          <a:solidFill>
            <a:srgbClr val="1E9D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7" name="Round Diagonal Corner Rectangle 36"/>
          <p:cNvSpPr/>
          <p:nvPr userDrawn="1"/>
        </p:nvSpPr>
        <p:spPr>
          <a:xfrm>
            <a:off x="8156448" y="4069080"/>
            <a:ext cx="3730752" cy="1645920"/>
          </a:xfrm>
          <a:prstGeom prst="round2DiagRect">
            <a:avLst>
              <a:gd name="adj1" fmla="val 0"/>
              <a:gd name="adj2" fmla="val 14623"/>
            </a:avLst>
          </a:prstGeom>
          <a:solidFill>
            <a:srgbClr val="007A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38" name="Round Diagonal Corner Rectangle 37"/>
          <p:cNvSpPr/>
          <p:nvPr userDrawn="1"/>
        </p:nvSpPr>
        <p:spPr>
          <a:xfrm>
            <a:off x="306917" y="907961"/>
            <a:ext cx="3730752" cy="2816352"/>
          </a:xfrm>
          <a:prstGeom prst="round2DiagRect">
            <a:avLst>
              <a:gd name="adj1" fmla="val 0"/>
              <a:gd name="adj2" fmla="val 7684"/>
            </a:avLst>
          </a:prstGeom>
          <a:solidFill>
            <a:srgbClr val="005C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2" name="Picture Placeholder 21"/>
          <p:cNvSpPr>
            <a:spLocks noGrp="1"/>
          </p:cNvSpPr>
          <p:nvPr>
            <p:ph type="pic" sz="quarter" idx="14"/>
          </p:nvPr>
        </p:nvSpPr>
        <p:spPr>
          <a:xfrm>
            <a:off x="8156448" y="914400"/>
            <a:ext cx="3730752" cy="2999232"/>
          </a:xfrm>
          <a:prstGeom prst="round2DiagRect">
            <a:avLst>
              <a:gd name="adj1" fmla="val 7862"/>
              <a:gd name="adj2" fmla="val 0"/>
            </a:avLst>
          </a:prstGeom>
        </p:spPr>
        <p:txBody>
          <a:bodyPr/>
          <a:lstStyle/>
          <a:p>
            <a:r>
              <a:rPr lang="en-US"/>
              <a:t>Drag picture to placeholder or click icon to add</a:t>
            </a:r>
            <a:endParaRPr lang="en-US" dirty="0"/>
          </a:p>
        </p:txBody>
      </p:sp>
      <p:sp>
        <p:nvSpPr>
          <p:cNvPr id="20" name="Picture Placeholder 19"/>
          <p:cNvSpPr>
            <a:spLocks noGrp="1"/>
          </p:cNvSpPr>
          <p:nvPr>
            <p:ph type="pic" sz="quarter" idx="13"/>
          </p:nvPr>
        </p:nvSpPr>
        <p:spPr>
          <a:xfrm>
            <a:off x="4230624" y="914400"/>
            <a:ext cx="3730752" cy="2048256"/>
          </a:xfrm>
          <a:prstGeom prst="round2DiagRect">
            <a:avLst>
              <a:gd name="adj1" fmla="val 0"/>
              <a:gd name="adj2" fmla="val 10067"/>
            </a:avLst>
          </a:prstGeom>
        </p:spPr>
        <p:txBody>
          <a:bodyPr/>
          <a:lstStyle/>
          <a:p>
            <a:r>
              <a:rPr lang="en-US"/>
              <a:t>Drag picture to placeholder or click icon to add</a:t>
            </a:r>
          </a:p>
        </p:txBody>
      </p:sp>
      <p:sp>
        <p:nvSpPr>
          <p:cNvPr id="14" name="Picture Placeholder 13"/>
          <p:cNvSpPr>
            <a:spLocks noGrp="1"/>
          </p:cNvSpPr>
          <p:nvPr>
            <p:ph type="pic" sz="quarter" idx="11"/>
          </p:nvPr>
        </p:nvSpPr>
        <p:spPr>
          <a:xfrm>
            <a:off x="304800" y="3886200"/>
            <a:ext cx="3730752" cy="1828800"/>
          </a:xfrm>
          <a:prstGeom prst="round2DiagRect">
            <a:avLst>
              <a:gd name="adj1" fmla="val 14020"/>
              <a:gd name="adj2" fmla="val 0"/>
            </a:avLst>
          </a:prstGeom>
        </p:spPr>
        <p:txBody>
          <a:bodyPr/>
          <a:lstStyle/>
          <a:p>
            <a:r>
              <a:rPr lang="en-US"/>
              <a:t>Drag picture to placeholder or click icon to add</a:t>
            </a:r>
          </a:p>
        </p:txBody>
      </p:sp>
      <p:sp>
        <p:nvSpPr>
          <p:cNvPr id="21" name="Text Placeholder 23"/>
          <p:cNvSpPr>
            <a:spLocks noGrp="1"/>
          </p:cNvSpPr>
          <p:nvPr>
            <p:ph type="body" sz="quarter" idx="23"/>
          </p:nvPr>
        </p:nvSpPr>
        <p:spPr bwMode="gray">
          <a:xfrm>
            <a:off x="8473440" y="4161282"/>
            <a:ext cx="3048000" cy="563671"/>
          </a:xfrm>
        </p:spPr>
        <p:txBody>
          <a:bodyPr tIns="0" bIns="0" anchor="b">
            <a:noAutofit/>
          </a:bodyPr>
          <a:lstStyle>
            <a:lvl1pPr marL="0" indent="0">
              <a:lnSpc>
                <a:spcPts val="2900"/>
              </a:lnSpc>
              <a:spcBef>
                <a:spcPts val="0"/>
              </a:spcBef>
              <a:buNone/>
              <a:defRPr sz="2400" b="1">
                <a:solidFill>
                  <a:schemeClr val="bg1"/>
                </a:solidFill>
              </a:defRPr>
            </a:lvl1pPr>
          </a:lstStyle>
          <a:p>
            <a:pPr lvl="0"/>
            <a:r>
              <a:rPr lang="en-US"/>
              <a:t>Click to edit Master text styles</a:t>
            </a:r>
          </a:p>
        </p:txBody>
      </p:sp>
      <p:sp>
        <p:nvSpPr>
          <p:cNvPr id="23" name="Text Placeholder 25"/>
          <p:cNvSpPr>
            <a:spLocks noGrp="1"/>
          </p:cNvSpPr>
          <p:nvPr>
            <p:ph type="body" sz="quarter" idx="24"/>
          </p:nvPr>
        </p:nvSpPr>
        <p:spPr bwMode="gray">
          <a:xfrm>
            <a:off x="8473440" y="4846968"/>
            <a:ext cx="3048000" cy="801415"/>
          </a:xfrm>
        </p:spPr>
        <p:txBody>
          <a:bodyPr tIns="0" bIns="0">
            <a:normAutofit/>
          </a:bodyPr>
          <a:lstStyle>
            <a:lvl1pPr marL="0" indent="0">
              <a:lnSpc>
                <a:spcPts val="1600"/>
              </a:lnSpc>
              <a:spcBef>
                <a:spcPts val="0"/>
              </a:spcBef>
              <a:buNone/>
              <a:defRPr sz="1400">
                <a:solidFill>
                  <a:schemeClr val="bg1"/>
                </a:solidFill>
              </a:defRPr>
            </a:lvl1pPr>
          </a:lstStyle>
          <a:p>
            <a:pPr lvl="0"/>
            <a:r>
              <a:rPr lang="en-US"/>
              <a:t>Click to edit Master text styles</a:t>
            </a:r>
          </a:p>
        </p:txBody>
      </p:sp>
      <p:sp>
        <p:nvSpPr>
          <p:cNvPr id="25" name="Text Placeholder 23"/>
          <p:cNvSpPr>
            <a:spLocks noGrp="1"/>
          </p:cNvSpPr>
          <p:nvPr>
            <p:ph type="body" sz="quarter" idx="25"/>
          </p:nvPr>
        </p:nvSpPr>
        <p:spPr bwMode="gray">
          <a:xfrm>
            <a:off x="609600" y="1010985"/>
            <a:ext cx="3048000" cy="1283919"/>
          </a:xfrm>
        </p:spPr>
        <p:txBody>
          <a:bodyPr tIns="0" bIns="0" anchor="b">
            <a:noAutofit/>
          </a:bodyPr>
          <a:lstStyle>
            <a:lvl1pPr marL="0" indent="0">
              <a:lnSpc>
                <a:spcPts val="3900"/>
              </a:lnSpc>
              <a:spcBef>
                <a:spcPts val="0"/>
              </a:spcBef>
              <a:buNone/>
              <a:defRPr sz="3600" b="1">
                <a:solidFill>
                  <a:schemeClr val="bg1"/>
                </a:solidFill>
              </a:defRPr>
            </a:lvl1pPr>
          </a:lstStyle>
          <a:p>
            <a:pPr lvl="0"/>
            <a:r>
              <a:rPr lang="en-US"/>
              <a:t>Click to edit Master text styles</a:t>
            </a:r>
          </a:p>
        </p:txBody>
      </p:sp>
      <p:sp>
        <p:nvSpPr>
          <p:cNvPr id="33" name="Text Placeholder 25"/>
          <p:cNvSpPr>
            <a:spLocks noGrp="1"/>
          </p:cNvSpPr>
          <p:nvPr>
            <p:ph type="body" sz="quarter" idx="26"/>
          </p:nvPr>
        </p:nvSpPr>
        <p:spPr bwMode="gray">
          <a:xfrm>
            <a:off x="609600" y="2430247"/>
            <a:ext cx="3048000" cy="1069723"/>
          </a:xfrm>
        </p:spPr>
        <p:txBody>
          <a:bodyPr tIns="0" bIns="0">
            <a:normAutofit/>
          </a:bodyPr>
          <a:lstStyle>
            <a:lvl1pPr marL="0" indent="0">
              <a:lnSpc>
                <a:spcPts val="1600"/>
              </a:lnSpc>
              <a:spcBef>
                <a:spcPts val="0"/>
              </a:spcBef>
              <a:buNone/>
              <a:defRPr sz="1400">
                <a:solidFill>
                  <a:schemeClr val="bg1"/>
                </a:solidFill>
              </a:defRPr>
            </a:lvl1pPr>
          </a:lstStyle>
          <a:p>
            <a:pPr lvl="0"/>
            <a:r>
              <a:rPr lang="en-US"/>
              <a:t>Click to edit Master text styles</a:t>
            </a:r>
          </a:p>
        </p:txBody>
      </p:sp>
      <p:sp>
        <p:nvSpPr>
          <p:cNvPr id="34" name="Text Placeholder 23"/>
          <p:cNvSpPr>
            <a:spLocks noGrp="1"/>
          </p:cNvSpPr>
          <p:nvPr>
            <p:ph type="body" sz="quarter" idx="27"/>
          </p:nvPr>
        </p:nvSpPr>
        <p:spPr bwMode="gray">
          <a:xfrm>
            <a:off x="4547616" y="3221829"/>
            <a:ext cx="3048000" cy="870560"/>
          </a:xfrm>
        </p:spPr>
        <p:txBody>
          <a:bodyPr tIns="0" bIns="0" anchor="b">
            <a:noAutofit/>
          </a:bodyPr>
          <a:lstStyle>
            <a:lvl1pPr marL="0" indent="0">
              <a:lnSpc>
                <a:spcPts val="3900"/>
              </a:lnSpc>
              <a:spcBef>
                <a:spcPts val="0"/>
              </a:spcBef>
              <a:buNone/>
              <a:defRPr sz="4800" b="1">
                <a:solidFill>
                  <a:schemeClr val="bg1"/>
                </a:solidFill>
              </a:defRPr>
            </a:lvl1pPr>
          </a:lstStyle>
          <a:p>
            <a:pPr lvl="0"/>
            <a:r>
              <a:rPr lang="en-US"/>
              <a:t>Click to edit Master text styles</a:t>
            </a:r>
          </a:p>
        </p:txBody>
      </p:sp>
      <p:sp>
        <p:nvSpPr>
          <p:cNvPr id="35" name="Text Placeholder 25"/>
          <p:cNvSpPr>
            <a:spLocks noGrp="1"/>
          </p:cNvSpPr>
          <p:nvPr>
            <p:ph type="body" sz="quarter" idx="28"/>
          </p:nvPr>
        </p:nvSpPr>
        <p:spPr bwMode="gray">
          <a:xfrm>
            <a:off x="4547616" y="4206887"/>
            <a:ext cx="3048000" cy="1234440"/>
          </a:xfrm>
        </p:spPr>
        <p:txBody>
          <a:bodyPr tIns="0" bIns="0">
            <a:normAutofit/>
          </a:bodyPr>
          <a:lstStyle>
            <a:lvl1pPr marL="0" indent="0">
              <a:lnSpc>
                <a:spcPts val="2000"/>
              </a:lnSpc>
              <a:spcBef>
                <a:spcPts val="0"/>
              </a:spcBef>
              <a:buNone/>
              <a:defRPr sz="1800">
                <a:solidFill>
                  <a:schemeClr val="bg1"/>
                </a:solidFill>
              </a:defRPr>
            </a:lvl1pPr>
          </a:lstStyle>
          <a:p>
            <a:pPr lvl="0"/>
            <a:r>
              <a:rPr lang="en-US"/>
              <a:t>Click to edit Master text styles</a:t>
            </a:r>
          </a:p>
        </p:txBody>
      </p:sp>
      <p:sp>
        <p:nvSpPr>
          <p:cNvPr id="17" name="Slide Number Placeholder 4"/>
          <p:cNvSpPr txBox="1">
            <a:spLocks/>
          </p:cNvSpPr>
          <p:nvPr userDrawn="1"/>
        </p:nvSpPr>
        <p:spPr>
          <a:xfrm>
            <a:off x="11357811" y="6460525"/>
            <a:ext cx="603183" cy="234133"/>
          </a:xfrm>
          <a:prstGeom prst="rect">
            <a:avLst/>
          </a:prstGeom>
        </p:spPr>
        <p:txBody>
          <a:bodyPr/>
          <a:lstStyle>
            <a:defPPr>
              <a:defRPr lang="en-US"/>
            </a:defPPr>
            <a:lvl1pPr marL="0" algn="ctr" defTabSz="914400" rtl="0" eaLnBrk="1" latinLnBrk="0" hangingPunct="1">
              <a:defRPr sz="105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A480109-43AB-EE45-95D5-106F2E9FB1AA}" type="slidenum">
              <a:rPr lang="en-US" sz="1050" smtClean="0"/>
              <a:pPr/>
              <a:t>‹#›</a:t>
            </a:fld>
            <a:endParaRPr lang="en-US" sz="1050" dirty="0"/>
          </a:p>
        </p:txBody>
      </p:sp>
      <p:pic>
        <p:nvPicPr>
          <p:cNvPr id="19" name="Picture 18"/>
          <p:cNvPicPr>
            <a:picLocks noChangeAspect="1"/>
          </p:cNvPicPr>
          <p:nvPr userDrawn="1"/>
        </p:nvPicPr>
        <p:blipFill>
          <a:blip r:embed="rId2" cstate="print">
            <a:alphaModFix amt="74000"/>
            <a:extLst>
              <a:ext uri="{28A0092B-C50C-407E-A947-70E740481C1C}">
                <a14:useLocalDpi xmlns:a14="http://schemas.microsoft.com/office/drawing/2010/main" val="0"/>
              </a:ext>
            </a:extLst>
          </a:blip>
          <a:stretch>
            <a:fillRect/>
          </a:stretch>
        </p:blipFill>
        <p:spPr>
          <a:xfrm>
            <a:off x="1617913" y="6414200"/>
            <a:ext cx="3126867" cy="427228"/>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MosaicTwoColumn_Global IT_Blue">
    <p:spTree>
      <p:nvGrpSpPr>
        <p:cNvPr id="1" name=""/>
        <p:cNvGrpSpPr/>
        <p:nvPr/>
      </p:nvGrpSpPr>
      <p:grpSpPr>
        <a:xfrm>
          <a:off x="0" y="0"/>
          <a:ext cx="0" cy="0"/>
          <a:chOff x="0" y="0"/>
          <a:chExt cx="0" cy="0"/>
        </a:xfrm>
      </p:grpSpPr>
      <p:sp>
        <p:nvSpPr>
          <p:cNvPr id="37" name="Round Diagonal Corner Rectangle 36"/>
          <p:cNvSpPr/>
          <p:nvPr userDrawn="1"/>
        </p:nvSpPr>
        <p:spPr>
          <a:xfrm>
            <a:off x="6193536" y="4069080"/>
            <a:ext cx="5693664" cy="2057400"/>
          </a:xfrm>
          <a:prstGeom prst="round2DiagRect">
            <a:avLst>
              <a:gd name="adj1" fmla="val 10959"/>
              <a:gd name="adj2" fmla="val 0"/>
            </a:avLst>
          </a:prstGeom>
          <a:solidFill>
            <a:srgbClr val="007A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38" name="Round Diagonal Corner Rectangle 37"/>
          <p:cNvSpPr/>
          <p:nvPr userDrawn="1"/>
        </p:nvSpPr>
        <p:spPr>
          <a:xfrm>
            <a:off x="306917" y="914400"/>
            <a:ext cx="5693664" cy="1764792"/>
          </a:xfrm>
          <a:prstGeom prst="round2DiagRect">
            <a:avLst>
              <a:gd name="adj1" fmla="val 0"/>
              <a:gd name="adj2" fmla="val 11943"/>
            </a:avLst>
          </a:prstGeom>
          <a:solidFill>
            <a:srgbClr val="1E9D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rgbClr val="1E9D8B"/>
              </a:solidFill>
            </a:endParaRPr>
          </a:p>
        </p:txBody>
      </p:sp>
      <p:sp>
        <p:nvSpPr>
          <p:cNvPr id="22" name="Picture Placeholder 21"/>
          <p:cNvSpPr>
            <a:spLocks noGrp="1"/>
          </p:cNvSpPr>
          <p:nvPr>
            <p:ph type="pic" sz="quarter" idx="14"/>
          </p:nvPr>
        </p:nvSpPr>
        <p:spPr>
          <a:xfrm>
            <a:off x="6193536" y="914400"/>
            <a:ext cx="5693664" cy="3017520"/>
          </a:xfrm>
          <a:prstGeom prst="round2DiagRect">
            <a:avLst>
              <a:gd name="adj1" fmla="val 0"/>
              <a:gd name="adj2" fmla="val 7057"/>
            </a:avLst>
          </a:prstGeom>
        </p:spPr>
        <p:txBody>
          <a:bodyPr/>
          <a:lstStyle/>
          <a:p>
            <a:r>
              <a:rPr lang="en-US"/>
              <a:t>Drag picture to placeholder or click icon to add</a:t>
            </a:r>
            <a:endParaRPr lang="en-US" dirty="0"/>
          </a:p>
        </p:txBody>
      </p:sp>
      <p:sp>
        <p:nvSpPr>
          <p:cNvPr id="14" name="Picture Placeholder 13"/>
          <p:cNvSpPr>
            <a:spLocks noGrp="1"/>
          </p:cNvSpPr>
          <p:nvPr>
            <p:ph type="pic" sz="quarter" idx="11"/>
          </p:nvPr>
        </p:nvSpPr>
        <p:spPr>
          <a:xfrm>
            <a:off x="304800" y="2862072"/>
            <a:ext cx="5693664" cy="3264408"/>
          </a:xfrm>
          <a:prstGeom prst="round2DiagRect">
            <a:avLst>
              <a:gd name="adj1" fmla="val 7497"/>
              <a:gd name="adj2" fmla="val 0"/>
            </a:avLst>
          </a:prstGeom>
        </p:spPr>
        <p:txBody>
          <a:bodyPr/>
          <a:lstStyle/>
          <a:p>
            <a:r>
              <a:rPr lang="en-US"/>
              <a:t>Drag picture to placeholder or click icon to add</a:t>
            </a:r>
          </a:p>
        </p:txBody>
      </p:sp>
      <p:sp>
        <p:nvSpPr>
          <p:cNvPr id="21" name="Text Placeholder 23"/>
          <p:cNvSpPr>
            <a:spLocks noGrp="1"/>
          </p:cNvSpPr>
          <p:nvPr>
            <p:ph type="body" sz="quarter" idx="23"/>
          </p:nvPr>
        </p:nvSpPr>
        <p:spPr bwMode="gray">
          <a:xfrm>
            <a:off x="6510528" y="4161281"/>
            <a:ext cx="5120640" cy="1127342"/>
          </a:xfrm>
        </p:spPr>
        <p:txBody>
          <a:bodyPr tIns="0" bIns="0" anchor="b">
            <a:noAutofit/>
          </a:bodyPr>
          <a:lstStyle>
            <a:lvl1pPr marL="0" indent="0">
              <a:lnSpc>
                <a:spcPts val="3900"/>
              </a:lnSpc>
              <a:spcBef>
                <a:spcPts val="0"/>
              </a:spcBef>
              <a:buNone/>
              <a:defRPr sz="4800" b="1">
                <a:solidFill>
                  <a:schemeClr val="bg1"/>
                </a:solidFill>
              </a:defRPr>
            </a:lvl1pPr>
          </a:lstStyle>
          <a:p>
            <a:pPr lvl="0"/>
            <a:r>
              <a:rPr lang="en-US"/>
              <a:t>Click to edit Master text styles</a:t>
            </a:r>
          </a:p>
        </p:txBody>
      </p:sp>
      <p:sp>
        <p:nvSpPr>
          <p:cNvPr id="23" name="Text Placeholder 25"/>
          <p:cNvSpPr>
            <a:spLocks noGrp="1"/>
          </p:cNvSpPr>
          <p:nvPr>
            <p:ph type="body" sz="quarter" idx="24"/>
          </p:nvPr>
        </p:nvSpPr>
        <p:spPr bwMode="gray">
          <a:xfrm>
            <a:off x="6510527" y="5445062"/>
            <a:ext cx="5120640" cy="463169"/>
          </a:xfrm>
        </p:spPr>
        <p:txBody>
          <a:bodyPr tIns="0" bIns="0">
            <a:normAutofit/>
          </a:bodyPr>
          <a:lstStyle>
            <a:lvl1pPr marL="0" indent="0">
              <a:lnSpc>
                <a:spcPts val="1600"/>
              </a:lnSpc>
              <a:spcBef>
                <a:spcPts val="0"/>
              </a:spcBef>
              <a:buNone/>
              <a:defRPr sz="1400">
                <a:solidFill>
                  <a:schemeClr val="bg1"/>
                </a:solidFill>
              </a:defRPr>
            </a:lvl1pPr>
          </a:lstStyle>
          <a:p>
            <a:pPr lvl="0"/>
            <a:r>
              <a:rPr lang="en-US"/>
              <a:t>Click to edit Master text styles</a:t>
            </a:r>
          </a:p>
        </p:txBody>
      </p:sp>
      <p:sp>
        <p:nvSpPr>
          <p:cNvPr id="25" name="Text Placeholder 23"/>
          <p:cNvSpPr>
            <a:spLocks noGrp="1"/>
          </p:cNvSpPr>
          <p:nvPr>
            <p:ph type="body" sz="quarter" idx="25"/>
          </p:nvPr>
        </p:nvSpPr>
        <p:spPr>
          <a:xfrm>
            <a:off x="609600" y="1010985"/>
            <a:ext cx="5120640" cy="688933"/>
          </a:xfrm>
        </p:spPr>
        <p:txBody>
          <a:bodyPr tIns="0" bIns="0" anchor="b">
            <a:noAutofit/>
          </a:bodyPr>
          <a:lstStyle>
            <a:lvl1pPr marL="0" indent="0">
              <a:lnSpc>
                <a:spcPts val="3900"/>
              </a:lnSpc>
              <a:spcBef>
                <a:spcPts val="0"/>
              </a:spcBef>
              <a:buNone/>
              <a:defRPr sz="3600" b="1">
                <a:solidFill>
                  <a:schemeClr val="bg1"/>
                </a:solidFill>
              </a:defRPr>
            </a:lvl1pPr>
          </a:lstStyle>
          <a:p>
            <a:pPr lvl="0"/>
            <a:r>
              <a:rPr lang="en-US" dirty="0"/>
              <a:t>Click to edit Master text styles</a:t>
            </a:r>
          </a:p>
        </p:txBody>
      </p:sp>
      <p:sp>
        <p:nvSpPr>
          <p:cNvPr id="33" name="Text Placeholder 25"/>
          <p:cNvSpPr>
            <a:spLocks noGrp="1"/>
          </p:cNvSpPr>
          <p:nvPr>
            <p:ph type="body" sz="quarter" idx="26"/>
          </p:nvPr>
        </p:nvSpPr>
        <p:spPr>
          <a:xfrm>
            <a:off x="609600" y="1824039"/>
            <a:ext cx="5120640" cy="674025"/>
          </a:xfrm>
        </p:spPr>
        <p:txBody>
          <a:bodyPr tIns="0" bIns="0">
            <a:normAutofit/>
          </a:bodyPr>
          <a:lstStyle>
            <a:lvl1pPr marL="0" indent="0">
              <a:lnSpc>
                <a:spcPts val="1600"/>
              </a:lnSpc>
              <a:spcBef>
                <a:spcPts val="0"/>
              </a:spcBef>
              <a:buNone/>
              <a:defRPr sz="1400">
                <a:solidFill>
                  <a:schemeClr val="bg1"/>
                </a:solidFill>
              </a:defRPr>
            </a:lvl1pPr>
          </a:lstStyle>
          <a:p>
            <a:pPr lvl="0"/>
            <a:r>
              <a:rPr lang="en-US"/>
              <a:t>Click to edit Master text styles</a:t>
            </a:r>
          </a:p>
        </p:txBody>
      </p:sp>
      <p:sp>
        <p:nvSpPr>
          <p:cNvPr id="13" name="Slide Number Placeholder 4"/>
          <p:cNvSpPr txBox="1">
            <a:spLocks/>
          </p:cNvSpPr>
          <p:nvPr userDrawn="1"/>
        </p:nvSpPr>
        <p:spPr>
          <a:xfrm>
            <a:off x="11357811" y="6460525"/>
            <a:ext cx="603183" cy="234133"/>
          </a:xfrm>
          <a:prstGeom prst="rect">
            <a:avLst/>
          </a:prstGeom>
        </p:spPr>
        <p:txBody>
          <a:bodyPr/>
          <a:lstStyle>
            <a:defPPr>
              <a:defRPr lang="en-US"/>
            </a:defPPr>
            <a:lvl1pPr marL="0" algn="ctr" defTabSz="914400" rtl="0" eaLnBrk="1" latinLnBrk="0" hangingPunct="1">
              <a:defRPr sz="105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A480109-43AB-EE45-95D5-106F2E9FB1AA}" type="slidenum">
              <a:rPr lang="en-US" sz="1050" smtClean="0"/>
              <a:pPr/>
              <a:t>‹#›</a:t>
            </a:fld>
            <a:endParaRPr lang="en-US" sz="1050" dirty="0"/>
          </a:p>
        </p:txBody>
      </p:sp>
      <p:pic>
        <p:nvPicPr>
          <p:cNvPr id="16" name="Picture 15"/>
          <p:cNvPicPr>
            <a:picLocks noChangeAspect="1"/>
          </p:cNvPicPr>
          <p:nvPr userDrawn="1"/>
        </p:nvPicPr>
        <p:blipFill>
          <a:blip r:embed="rId2" cstate="print">
            <a:alphaModFix amt="74000"/>
            <a:extLst>
              <a:ext uri="{28A0092B-C50C-407E-A947-70E740481C1C}">
                <a14:useLocalDpi xmlns:a14="http://schemas.microsoft.com/office/drawing/2010/main" val="0"/>
              </a:ext>
            </a:extLst>
          </a:blip>
          <a:stretch>
            <a:fillRect/>
          </a:stretch>
        </p:blipFill>
        <p:spPr>
          <a:xfrm>
            <a:off x="1617913" y="6414200"/>
            <a:ext cx="3126867" cy="427228"/>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Closer">
    <p:spTree>
      <p:nvGrpSpPr>
        <p:cNvPr id="1" name=""/>
        <p:cNvGrpSpPr/>
        <p:nvPr/>
      </p:nvGrpSpPr>
      <p:grpSpPr>
        <a:xfrm>
          <a:off x="0" y="0"/>
          <a:ext cx="0" cy="0"/>
          <a:chOff x="0" y="0"/>
          <a:chExt cx="0" cy="0"/>
        </a:xfrm>
      </p:grpSpPr>
      <p:sp>
        <p:nvSpPr>
          <p:cNvPr id="5" name="Rectangle 4"/>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3" name="Picture 2" descr="Cargill_Webinar_graphics-87.png"/>
          <p:cNvPicPr>
            <a:picLocks noChangeAspect="1"/>
          </p:cNvPicPr>
          <p:nvPr userDrawn="1"/>
        </p:nvPicPr>
        <p:blipFill>
          <a:blip r:embed="rId2" cstate="print"/>
          <a:stretch>
            <a:fillRect/>
          </a:stretch>
        </p:blipFill>
        <p:spPr>
          <a:xfrm>
            <a:off x="4267352" y="2816402"/>
            <a:ext cx="3648456" cy="1629644"/>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1232C-9311-0753-253A-831D826314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R"/>
          </a:p>
        </p:txBody>
      </p:sp>
      <p:sp>
        <p:nvSpPr>
          <p:cNvPr id="3" name="Subtitle 2">
            <a:extLst>
              <a:ext uri="{FF2B5EF4-FFF2-40B4-BE49-F238E27FC236}">
                <a16:creationId xmlns:a16="http://schemas.microsoft.com/office/drawing/2014/main" id="{3A7FA3FE-3893-BC0B-7C1D-568763614B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R"/>
          </a:p>
        </p:txBody>
      </p:sp>
      <p:sp>
        <p:nvSpPr>
          <p:cNvPr id="4" name="Date Placeholder 3">
            <a:extLst>
              <a:ext uri="{FF2B5EF4-FFF2-40B4-BE49-F238E27FC236}">
                <a16:creationId xmlns:a16="http://schemas.microsoft.com/office/drawing/2014/main" id="{D516F099-7841-1990-50DA-16326C7D344E}"/>
              </a:ext>
            </a:extLst>
          </p:cNvPr>
          <p:cNvSpPr>
            <a:spLocks noGrp="1"/>
          </p:cNvSpPr>
          <p:nvPr>
            <p:ph type="dt" sz="half" idx="10"/>
          </p:nvPr>
        </p:nvSpPr>
        <p:spPr/>
        <p:txBody>
          <a:bodyPr/>
          <a:lstStyle/>
          <a:p>
            <a:fld id="{CA5EE571-F450-2F4D-A345-47DEA0155A2A}" type="datetimeFigureOut">
              <a:rPr lang="en-CR" smtClean="0"/>
              <a:t>5/14/24</a:t>
            </a:fld>
            <a:endParaRPr lang="en-CR"/>
          </a:p>
        </p:txBody>
      </p:sp>
      <p:sp>
        <p:nvSpPr>
          <p:cNvPr id="5" name="Footer Placeholder 4">
            <a:extLst>
              <a:ext uri="{FF2B5EF4-FFF2-40B4-BE49-F238E27FC236}">
                <a16:creationId xmlns:a16="http://schemas.microsoft.com/office/drawing/2014/main" id="{80AA46BD-BB07-89EF-E689-ECA1146AFF28}"/>
              </a:ext>
            </a:extLst>
          </p:cNvPr>
          <p:cNvSpPr>
            <a:spLocks noGrp="1"/>
          </p:cNvSpPr>
          <p:nvPr>
            <p:ph type="ftr" sz="quarter" idx="11"/>
          </p:nvPr>
        </p:nvSpPr>
        <p:spPr/>
        <p:txBody>
          <a:bodyPr/>
          <a:lstStyle/>
          <a:p>
            <a:endParaRPr lang="en-CR"/>
          </a:p>
        </p:txBody>
      </p:sp>
      <p:sp>
        <p:nvSpPr>
          <p:cNvPr id="6" name="Slide Number Placeholder 5">
            <a:extLst>
              <a:ext uri="{FF2B5EF4-FFF2-40B4-BE49-F238E27FC236}">
                <a16:creationId xmlns:a16="http://schemas.microsoft.com/office/drawing/2014/main" id="{BB8813ED-A005-BEB4-E9ED-06739E286486}"/>
              </a:ext>
            </a:extLst>
          </p:cNvPr>
          <p:cNvSpPr>
            <a:spLocks noGrp="1"/>
          </p:cNvSpPr>
          <p:nvPr>
            <p:ph type="sldNum" sz="quarter" idx="12"/>
          </p:nvPr>
        </p:nvSpPr>
        <p:spPr/>
        <p:txBody>
          <a:bodyPr/>
          <a:lstStyle/>
          <a:p>
            <a:fld id="{86CB4B4D-7CA3-9044-876B-883B54F8677D}" type="slidenum">
              <a:rPr lang="en-CR" smtClean="0"/>
              <a:t>‹#›</a:t>
            </a:fld>
            <a:endParaRPr lang="en-CR"/>
          </a:p>
        </p:txBody>
      </p:sp>
    </p:spTree>
    <p:extLst>
      <p:ext uri="{BB962C8B-B14F-4D97-AF65-F5344CB8AC3E}">
        <p14:creationId xmlns:p14="http://schemas.microsoft.com/office/powerpoint/2010/main" val="6214464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Image"/>
          <p:cNvSpPr>
            <a:spLocks noGrp="1"/>
          </p:cNvSpPr>
          <p:nvPr>
            <p:ph type="pic" sz="half" idx="13"/>
          </p:nvPr>
        </p:nvSpPr>
        <p:spPr>
          <a:xfrm>
            <a:off x="6584950" y="1574800"/>
            <a:ext cx="4762500" cy="4648200"/>
          </a:xfrm>
          <a:prstGeom prst="rect">
            <a:avLst/>
          </a:prstGeom>
        </p:spPr>
        <p:txBody>
          <a:bodyPr lIns="91439" tIns="45719" rIns="91439" bIns="45719" anchor="t">
            <a:noAutofit/>
          </a:bodyPr>
          <a:lstStyle/>
          <a:p>
            <a:endParaRPr/>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half" idx="1"/>
          </p:nvPr>
        </p:nvSpPr>
        <p:spPr>
          <a:xfrm>
            <a:off x="844550" y="1574800"/>
            <a:ext cx="5111750" cy="4648200"/>
          </a:xfrm>
          <a:prstGeom prst="rect">
            <a:avLst/>
          </a:prstGeom>
        </p:spPr>
        <p:txBody>
          <a:bodyPr/>
          <a:lstStyle>
            <a:lvl1pPr marL="279400" indent="-279400">
              <a:spcBef>
                <a:spcPts val="2250"/>
              </a:spcBef>
              <a:defRPr sz="1900"/>
            </a:lvl1pPr>
            <a:lvl2pPr marL="558800" indent="-279400">
              <a:spcBef>
                <a:spcPts val="2250"/>
              </a:spcBef>
              <a:defRPr sz="1900"/>
            </a:lvl2pPr>
            <a:lvl3pPr marL="838200" indent="-279400">
              <a:spcBef>
                <a:spcPts val="2250"/>
              </a:spcBef>
              <a:defRPr sz="1900"/>
            </a:lvl3pPr>
            <a:lvl4pPr marL="1117600" indent="-279400">
              <a:spcBef>
                <a:spcPts val="2250"/>
              </a:spcBef>
              <a:defRPr sz="1900"/>
            </a:lvl4pPr>
            <a:lvl5pPr marL="1397000" indent="-279400">
              <a:spcBef>
                <a:spcPts val="2250"/>
              </a:spcBef>
              <a:defRPr sz="1900"/>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117392651"/>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502921"/>
            <a:ext cx="10210801" cy="1097280"/>
          </a:xfrm>
          <a:prstGeom prst="rect">
            <a:avLst/>
          </a:prstGeom>
        </p:spPr>
        <p:txBody>
          <a:bodyPr vert="horz" lIns="0" tIns="0" rIns="0" bIns="0" rtlCol="0" anchor="t">
            <a:noAutofit/>
          </a:bodyPr>
          <a:lstStyle/>
          <a:p>
            <a:r>
              <a:rPr lang="en-US" dirty="0"/>
              <a:t>Click to edit Master title style</a:t>
            </a:r>
          </a:p>
        </p:txBody>
      </p:sp>
      <p:sp>
        <p:nvSpPr>
          <p:cNvPr id="3" name="Text Placeholder 2"/>
          <p:cNvSpPr>
            <a:spLocks noGrp="1"/>
          </p:cNvSpPr>
          <p:nvPr>
            <p:ph type="body" idx="1"/>
          </p:nvPr>
        </p:nvSpPr>
        <p:spPr>
          <a:xfrm>
            <a:off x="457200" y="1945174"/>
            <a:ext cx="10210801" cy="3306901"/>
          </a:xfrm>
          <a:prstGeom prst="rect">
            <a:avLst/>
          </a:prstGeom>
        </p:spPr>
        <p:txBody>
          <a:bodyPr vert="horz" lIns="0" tIns="45720" rIns="0" bIns="45720" rtlCol="0">
            <a:noAutofit/>
          </a:bodyPr>
          <a:lstStyle/>
          <a:p>
            <a:pPr lvl="0"/>
            <a:r>
              <a:rPr lang="en-US" dirty="0"/>
              <a:t>Click to edit Master text styles</a:t>
            </a:r>
          </a:p>
          <a:p>
            <a:pPr lvl="1"/>
            <a:r>
              <a:rPr lang="en-US" dirty="0"/>
              <a:t>Second level</a:t>
            </a:r>
          </a:p>
        </p:txBody>
      </p:sp>
      <p:sp>
        <p:nvSpPr>
          <p:cNvPr id="9" name="Rectangle 8"/>
          <p:cNvSpPr/>
          <p:nvPr userDrawn="1"/>
        </p:nvSpPr>
        <p:spPr>
          <a:xfrm>
            <a:off x="0" y="6281476"/>
            <a:ext cx="12192000" cy="585892"/>
          </a:xfrm>
          <a:prstGeom prst="rect">
            <a:avLst/>
          </a:prstGeom>
          <a:solidFill>
            <a:srgbClr val="005C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2" name="Slide Number Placeholder 4"/>
          <p:cNvSpPr>
            <a:spLocks noGrp="1"/>
          </p:cNvSpPr>
          <p:nvPr>
            <p:ph type="sldNum" sz="quarter" idx="4"/>
          </p:nvPr>
        </p:nvSpPr>
        <p:spPr>
          <a:xfrm>
            <a:off x="11377995" y="6460525"/>
            <a:ext cx="582999" cy="234133"/>
          </a:xfrm>
          <a:prstGeom prst="rect">
            <a:avLst/>
          </a:prstGeom>
        </p:spPr>
        <p:txBody>
          <a:bodyPr/>
          <a:lstStyle>
            <a:lvl1pPr algn="ctr">
              <a:defRPr sz="1050">
                <a:solidFill>
                  <a:schemeClr val="bg1"/>
                </a:solidFill>
              </a:defRPr>
            </a:lvl1pPr>
          </a:lstStyle>
          <a:p>
            <a:fld id="{8A480109-43AB-EE45-95D5-106F2E9FB1AA}" type="slidenum">
              <a:rPr lang="en-US" smtClean="0"/>
              <a:pPr/>
              <a:t>‹#›</a:t>
            </a:fld>
            <a:endParaRPr lang="en-US" dirty="0"/>
          </a:p>
        </p:txBody>
      </p:sp>
      <p:pic>
        <p:nvPicPr>
          <p:cNvPr id="31" name="Picture 30"/>
          <p:cNvPicPr>
            <a:picLocks noChangeAspect="1"/>
          </p:cNvPicPr>
          <p:nvPr userDrawn="1"/>
        </p:nvPicPr>
        <p:blipFill>
          <a:blip r:embed="rId25">
            <a:extLst>
              <a:ext uri="{28A0092B-C50C-407E-A947-70E740481C1C}">
                <a14:useLocalDpi xmlns:a14="http://schemas.microsoft.com/office/drawing/2010/main" val="0"/>
              </a:ext>
            </a:extLst>
          </a:blip>
          <a:stretch>
            <a:fillRect/>
          </a:stretch>
        </p:blipFill>
        <p:spPr>
          <a:xfrm>
            <a:off x="334318" y="6366366"/>
            <a:ext cx="945896" cy="424688"/>
          </a:xfrm>
          <a:prstGeom prst="rect">
            <a:avLst/>
          </a:prstGeom>
        </p:spPr>
      </p:pic>
    </p:spTree>
  </p:cSld>
  <p:clrMap bg1="lt1" tx1="dk1" bg2="lt2" tx2="dk2" accent1="accent1" accent2="accent2" accent3="accent3" accent4="accent4" accent5="accent5" accent6="accent6" hlink="hlink" folHlink="folHlink"/>
  <p:sldLayoutIdLst>
    <p:sldLayoutId id="2147483715" r:id="rId1"/>
    <p:sldLayoutId id="2147483701" r:id="rId2"/>
    <p:sldLayoutId id="2147483700" r:id="rId3"/>
    <p:sldLayoutId id="2147483699" r:id="rId4"/>
    <p:sldLayoutId id="2147483708" r:id="rId5"/>
    <p:sldLayoutId id="2147483709" r:id="rId6"/>
    <p:sldLayoutId id="2147483707" r:id="rId7"/>
    <p:sldLayoutId id="2147483718" r:id="rId8"/>
    <p:sldLayoutId id="2147483719" r:id="rId9"/>
    <p:sldLayoutId id="2147483731" r:id="rId10"/>
    <p:sldLayoutId id="2147483720" r:id="rId11"/>
    <p:sldLayoutId id="2147483721" r:id="rId12"/>
    <p:sldLayoutId id="2147483722" r:id="rId13"/>
    <p:sldLayoutId id="2147483723" r:id="rId14"/>
    <p:sldLayoutId id="2147483724" r:id="rId15"/>
    <p:sldLayoutId id="2147483725" r:id="rId16"/>
    <p:sldLayoutId id="2147483726" r:id="rId17"/>
    <p:sldLayoutId id="2147483727" r:id="rId18"/>
    <p:sldLayoutId id="2147483728" r:id="rId19"/>
    <p:sldLayoutId id="2147483729" r:id="rId20"/>
    <p:sldLayoutId id="2147483730" r:id="rId21"/>
    <p:sldLayoutId id="2147483735" r:id="rId22"/>
    <p:sldLayoutId id="2147483737" r:id="rId23"/>
  </p:sldLayoutIdLst>
  <p:hf hdr="0" ftr="0" dt="0"/>
  <p:txStyles>
    <p:titleStyle>
      <a:lvl1pPr algn="l" defTabSz="914400" rtl="0" eaLnBrk="1" latinLnBrk="0" hangingPunct="1">
        <a:lnSpc>
          <a:spcPct val="100000"/>
        </a:lnSpc>
        <a:spcBef>
          <a:spcPct val="0"/>
        </a:spcBef>
        <a:buNone/>
        <a:defRPr sz="4000" b="1" kern="1200">
          <a:solidFill>
            <a:srgbClr val="005C84"/>
          </a:solidFill>
          <a:latin typeface="+mj-lt"/>
          <a:ea typeface="+mj-ea"/>
          <a:cs typeface="+mj-cs"/>
        </a:defRPr>
      </a:lvl1pPr>
    </p:titleStyle>
    <p:bodyStyle>
      <a:lvl1pPr marL="171450" indent="-17145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401638" indent="-230188"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Title"/>
          <p:cNvSpPr txBox="1">
            <a:spLocks noGrp="1"/>
          </p:cNvSpPr>
          <p:nvPr>
            <p:ph type="ctrTitle"/>
          </p:nvPr>
        </p:nvSpPr>
        <p:spPr>
          <a:prstGeom prst="rect">
            <a:avLst/>
          </a:prstGeom>
        </p:spPr>
        <p:txBody>
          <a:bodyPr/>
          <a:lstStyle/>
          <a:p>
            <a:endParaRPr/>
          </a:p>
        </p:txBody>
      </p:sp>
      <p:sp>
        <p:nvSpPr>
          <p:cNvPr id="120" name="Body"/>
          <p:cNvSpPr txBox="1">
            <a:spLocks noGrp="1"/>
          </p:cNvSpPr>
          <p:nvPr>
            <p:ph type="subTitle" idx="1"/>
          </p:nvPr>
        </p:nvSpPr>
        <p:spPr>
          <a:prstGeom prst="rect">
            <a:avLst/>
          </a:prstGeom>
        </p:spPr>
        <p:txBody>
          <a:bodyPr/>
          <a:lstStyle/>
          <a:p>
            <a:endParaRPr/>
          </a:p>
        </p:txBody>
      </p:sp>
      <p:pic>
        <p:nvPicPr>
          <p:cNvPr id="121" name="Screen Shot 2021-03-09 at 12.45.20 PM.png" descr="Screen Shot 2021-03-09 at 12.45.20 PM.png"/>
          <p:cNvPicPr>
            <a:picLocks noChangeAspect="1"/>
          </p:cNvPicPr>
          <p:nvPr/>
        </p:nvPicPr>
        <p:blipFill>
          <a:blip r:embed="rId2"/>
          <a:stretch>
            <a:fillRect/>
          </a:stretch>
        </p:blipFill>
        <p:spPr>
          <a:xfrm>
            <a:off x="0" y="-10800"/>
            <a:ext cx="12269628" cy="6868800"/>
          </a:xfrm>
          <a:prstGeom prst="rect">
            <a:avLst/>
          </a:prstGeom>
          <a:ln w="12700">
            <a:miter lim="400000"/>
          </a:ln>
        </p:spPr>
      </p:pic>
      <p:sp>
        <p:nvSpPr>
          <p:cNvPr id="122" name="Mobile Engineering Platform &amp; Services…"/>
          <p:cNvSpPr txBox="1"/>
          <p:nvPr/>
        </p:nvSpPr>
        <p:spPr>
          <a:xfrm>
            <a:off x="1981200" y="2289730"/>
            <a:ext cx="7428111" cy="22785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normAutofit/>
          </a:bodyPr>
          <a:lstStyle/>
          <a:p>
            <a:pPr>
              <a:defRPr sz="10000" b="0">
                <a:solidFill>
                  <a:srgbClr val="FFFFFF"/>
                </a:solidFill>
                <a:latin typeface="+mn-lt"/>
                <a:ea typeface="+mn-ea"/>
                <a:cs typeface="+mn-cs"/>
                <a:sym typeface="Helvetica Neue Medium"/>
              </a:defRPr>
            </a:pPr>
            <a:r>
              <a:rPr sz="5000" dirty="0"/>
              <a:t>Mobile </a:t>
            </a:r>
            <a:r>
              <a:rPr lang="en-US" sz="5000" dirty="0"/>
              <a:t>Platform team.</a:t>
            </a:r>
          </a:p>
          <a:p>
            <a:pPr>
              <a:defRPr sz="10000" b="0">
                <a:solidFill>
                  <a:srgbClr val="FFFFFF"/>
                </a:solidFill>
                <a:latin typeface="+mn-lt"/>
                <a:ea typeface="+mn-ea"/>
                <a:cs typeface="+mn-cs"/>
                <a:sym typeface="Helvetica Neue Medium"/>
              </a:defRPr>
            </a:pPr>
            <a:r>
              <a:rPr lang="es-ES" sz="3750" dirty="0" err="1">
                <a:latin typeface="Helvetica Neue"/>
                <a:ea typeface="Helvetica Neue"/>
                <a:cs typeface="Helvetica Neue"/>
                <a:sym typeface="Helvetica Neue"/>
              </a:rPr>
              <a:t>Monthly</a:t>
            </a:r>
            <a:r>
              <a:rPr lang="es-ES" sz="3750" dirty="0">
                <a:latin typeface="Helvetica Neue"/>
                <a:ea typeface="Helvetica Neue"/>
                <a:cs typeface="Helvetica Neue"/>
                <a:sym typeface="Helvetica Neue"/>
              </a:rPr>
              <a:t> Demo.</a:t>
            </a:r>
            <a:endParaRPr sz="3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05D1575-D92C-60F4-2768-5AF55E785D49}"/>
              </a:ext>
            </a:extLst>
          </p:cNvPr>
          <p:cNvSpPr>
            <a:spLocks noGrp="1"/>
          </p:cNvSpPr>
          <p:nvPr>
            <p:ph type="title"/>
          </p:nvPr>
        </p:nvSpPr>
        <p:spPr>
          <a:xfrm>
            <a:off x="457200" y="522513"/>
            <a:ext cx="10090149" cy="649795"/>
          </a:xfrm>
        </p:spPr>
        <p:txBody>
          <a:bodyPr/>
          <a:lstStyle/>
          <a:p>
            <a:r>
              <a:rPr lang="en-US" dirty="0"/>
              <a:t>       </a:t>
            </a:r>
            <a:r>
              <a:rPr lang="en-US" dirty="0" err="1"/>
              <a:t>Nowsecure</a:t>
            </a:r>
            <a:r>
              <a:rPr lang="en-US" dirty="0"/>
              <a:t> Severity Scanning</a:t>
            </a:r>
            <a:br>
              <a:rPr lang="en-CR" dirty="0"/>
            </a:br>
            <a:br>
              <a:rPr lang="en-US" sz="2400" b="0" dirty="0">
                <a:solidFill>
                  <a:srgbClr val="333333"/>
                </a:solidFill>
                <a:latin typeface="72"/>
              </a:rPr>
            </a:br>
            <a:br>
              <a:rPr lang="en-US" sz="2400" b="0" dirty="0">
                <a:solidFill>
                  <a:srgbClr val="333333"/>
                </a:solidFill>
                <a:latin typeface="72"/>
              </a:rPr>
            </a:br>
            <a:br>
              <a:rPr lang="en-US" sz="1800" b="0" i="0" u="none" strike="noStrike" dirty="0">
                <a:solidFill>
                  <a:srgbClr val="333333"/>
                </a:solidFill>
                <a:effectLst/>
                <a:latin typeface="72"/>
              </a:rPr>
            </a:br>
            <a:endParaRPr lang="en-CR" dirty="0"/>
          </a:p>
        </p:txBody>
      </p:sp>
      <p:sp>
        <p:nvSpPr>
          <p:cNvPr id="2" name="TextBox 1">
            <a:extLst>
              <a:ext uri="{FF2B5EF4-FFF2-40B4-BE49-F238E27FC236}">
                <a16:creationId xmlns:a16="http://schemas.microsoft.com/office/drawing/2014/main" id="{09A121A8-7C82-6C75-4AFE-F915BDBDE684}"/>
              </a:ext>
            </a:extLst>
          </p:cNvPr>
          <p:cNvSpPr txBox="1"/>
          <p:nvPr/>
        </p:nvSpPr>
        <p:spPr>
          <a:xfrm>
            <a:off x="457200" y="1172308"/>
            <a:ext cx="11476892" cy="5909310"/>
          </a:xfrm>
          <a:prstGeom prst="rect">
            <a:avLst/>
          </a:prstGeom>
          <a:noFill/>
        </p:spPr>
        <p:txBody>
          <a:bodyPr wrap="square" rtlCol="0">
            <a:spAutoFit/>
          </a:bodyPr>
          <a:lstStyle/>
          <a:p>
            <a:pPr marL="285750" indent="-285750">
              <a:buFont typeface="Arial" panose="020B0604020202020204" pitchFamily="34" charset="0"/>
              <a:buChar char="•"/>
            </a:pPr>
            <a:r>
              <a:rPr lang="en-CR" dirty="0">
                <a:highlight>
                  <a:srgbClr val="FFFF00"/>
                </a:highlight>
                <a:sym typeface="Wingdings" pitchFamily="2" charset="2"/>
              </a:rPr>
              <a:t>Problem statement (1 min):</a:t>
            </a:r>
          </a:p>
          <a:p>
            <a:r>
              <a:rPr lang="en-CR">
                <a:sym typeface="Wingdings" pitchFamily="2" charset="2"/>
              </a:rPr>
              <a:t>	</a:t>
            </a:r>
            <a:r>
              <a:rPr lang="en-US" dirty="0">
                <a:sym typeface="Wingdings" pitchFamily="2" charset="2"/>
              </a:rPr>
              <a:t>The Application </a:t>
            </a:r>
            <a:r>
              <a:rPr lang="en-IN" dirty="0"/>
              <a:t>issues that impact the user in a way that hinders, limits, or greatly interrupts his actions and progress in the app, but which do not block his access completely.</a:t>
            </a:r>
            <a:endParaRPr lang="en-CR">
              <a:sym typeface="Wingdings" pitchFamily="2" charset="2"/>
            </a:endParaRPr>
          </a:p>
          <a:p>
            <a:pPr marL="285750" indent="-285750">
              <a:buFont typeface="Arial" panose="020B0604020202020204" pitchFamily="34" charset="0"/>
              <a:buChar char="•"/>
            </a:pPr>
            <a:r>
              <a:rPr lang="en-CR">
                <a:highlight>
                  <a:srgbClr val="FFFF00"/>
                </a:highlight>
                <a:sym typeface="Wingdings" pitchFamily="2" charset="2"/>
              </a:rPr>
              <a:t>Solution explanation (1 min):</a:t>
            </a:r>
          </a:p>
          <a:p>
            <a:r>
              <a:rPr lang="en-CR">
                <a:sym typeface="Wingdings" pitchFamily="2" charset="2"/>
              </a:rPr>
              <a:t>	</a:t>
            </a:r>
            <a:r>
              <a:rPr lang="en-US" dirty="0">
                <a:sym typeface="Wingdings" pitchFamily="2" charset="2"/>
              </a:rPr>
              <a:t>We Implemented a step in pipeline, that </a:t>
            </a:r>
            <a:r>
              <a:rPr lang="en-IN" dirty="0">
                <a:sym typeface="Wingdings" pitchFamily="2" charset="2"/>
              </a:rPr>
              <a:t>s</a:t>
            </a:r>
            <a:r>
              <a:rPr lang="en-IN" dirty="0"/>
              <a:t>tep checking the Critical/High/Medium Severity issues in app bundle and stop the build if any severity occurs and trigger email notification to stockholders who all are involved in the application development,</a:t>
            </a:r>
            <a:r>
              <a:rPr lang="en-US" dirty="0">
                <a:sym typeface="Wingdings" pitchFamily="2" charset="2"/>
              </a:rPr>
              <a:t> parallelly creating issues in git repositories. </a:t>
            </a:r>
            <a:endParaRPr lang="en-CR">
              <a:sym typeface="Wingdings" pitchFamily="2" charset="2"/>
            </a:endParaRPr>
          </a:p>
          <a:p>
            <a:pPr marL="285750" indent="-285750">
              <a:buFont typeface="Arial" panose="020B0604020202020204" pitchFamily="34" charset="0"/>
              <a:buChar char="•"/>
            </a:pPr>
            <a:r>
              <a:rPr lang="en-CR">
                <a:highlight>
                  <a:srgbClr val="FFFF00"/>
                </a:highlight>
                <a:sym typeface="Wingdings" pitchFamily="2" charset="2"/>
              </a:rPr>
              <a:t>Demo (5-10 mins):</a:t>
            </a:r>
          </a:p>
          <a:p>
            <a:r>
              <a:rPr lang="en-CR" dirty="0">
                <a:sym typeface="Wingdings" pitchFamily="2" charset="2"/>
              </a:rPr>
              <a:t>	Display in your screen the solution built. You can share your screen with your code open, screenshots 	or any visual element that can help to understand what was done to solve the problem.</a:t>
            </a:r>
          </a:p>
          <a:p>
            <a:pPr marL="285750" indent="-285750">
              <a:buFont typeface="Arial" panose="020B0604020202020204" pitchFamily="34" charset="0"/>
              <a:buChar char="•"/>
            </a:pPr>
            <a:r>
              <a:rPr lang="en-CR" dirty="0">
                <a:highlight>
                  <a:srgbClr val="FFFF00"/>
                </a:highlight>
                <a:sym typeface="Wingdings" pitchFamily="2" charset="2"/>
              </a:rPr>
              <a:t>Value generated (1-2 mins):</a:t>
            </a:r>
          </a:p>
          <a:p>
            <a:pPr lvl="1"/>
            <a:r>
              <a:rPr lang="en-IN" dirty="0"/>
              <a:t>	Easily overlooked security flaws, such as misconfigurations, that can inflict significant harm.</a:t>
            </a:r>
          </a:p>
          <a:p>
            <a:pPr lvl="1"/>
            <a:r>
              <a:rPr lang="en-IN" dirty="0"/>
              <a:t>	Automating the process of scanning for vulnerabilities reduces the costs associated with discovering and remediating security weaknesses manually.</a:t>
            </a:r>
          </a:p>
          <a:p>
            <a:pPr lvl="1"/>
            <a:r>
              <a:rPr lang="en-IN" b="1" dirty="0"/>
              <a:t>	Early detection of known security vulnerabilities. </a:t>
            </a:r>
            <a:r>
              <a:rPr lang="en-IN" dirty="0"/>
              <a:t>If your organization is exposed to security threats that leverage known vulnerabilities, you’ll want to address these security gaps as soon as possible.</a:t>
            </a:r>
          </a:p>
          <a:p>
            <a:pPr lvl="1"/>
            <a:endParaRPr lang="en-IN" dirty="0"/>
          </a:p>
          <a:p>
            <a:br>
              <a:rPr lang="en-IN" dirty="0"/>
            </a:br>
            <a:endParaRPr lang="en-CR" dirty="0">
              <a:sym typeface="Wingdings" pitchFamily="2" charset="2"/>
            </a:endParaRPr>
          </a:p>
          <a:p>
            <a:endParaRPr lang="en-CR" dirty="0">
              <a:sym typeface="Wingdings" pitchFamily="2" charset="2"/>
            </a:endParaRPr>
          </a:p>
          <a:p>
            <a:endParaRPr lang="en-CR" dirty="0"/>
          </a:p>
        </p:txBody>
      </p:sp>
      <p:pic>
        <p:nvPicPr>
          <p:cNvPr id="5" name="Picture 4">
            <a:extLst>
              <a:ext uri="{FF2B5EF4-FFF2-40B4-BE49-F238E27FC236}">
                <a16:creationId xmlns:a16="http://schemas.microsoft.com/office/drawing/2014/main" id="{88DC910F-85F4-EA95-FFC6-6489522DF24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1080" y="223023"/>
            <a:ext cx="766560" cy="871225"/>
          </a:xfrm>
          <a:prstGeom prst="rect">
            <a:avLst/>
          </a:prstGeom>
        </p:spPr>
      </p:pic>
    </p:spTree>
    <p:extLst>
      <p:ext uri="{BB962C8B-B14F-4D97-AF65-F5344CB8AC3E}">
        <p14:creationId xmlns:p14="http://schemas.microsoft.com/office/powerpoint/2010/main" val="982448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argill_Global IT_Blu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ME Base font">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64A70B"/>
        </a:solidFill>
        <a:ln>
          <a:noFill/>
        </a:ln>
      </a:spPr>
      <a:bodyPr rtlCol="0" anchor="ct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658A23995711742BB782859C5BCF4FB" ma:contentTypeVersion="11" ma:contentTypeDescription="Create a new document." ma:contentTypeScope="" ma:versionID="661fd3ec71f9ebd12aaaf230188d96a5">
  <xsd:schema xmlns:xsd="http://www.w3.org/2001/XMLSchema" xmlns:xs="http://www.w3.org/2001/XMLSchema" xmlns:p="http://schemas.microsoft.com/office/2006/metadata/properties" xmlns:ns3="1068d899-bc72-4be4-abfd-715e5d93054c" xmlns:ns4="18e8630c-bac4-4005-b4a7-172eca7b3cc5" targetNamespace="http://schemas.microsoft.com/office/2006/metadata/properties" ma:root="true" ma:fieldsID="f8b5fee92724e771abcd5c8bc846ed88" ns3:_="" ns4:_="">
    <xsd:import namespace="1068d899-bc72-4be4-abfd-715e5d93054c"/>
    <xsd:import namespace="18e8630c-bac4-4005-b4a7-172eca7b3cc5"/>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068d899-bc72-4be4-abfd-715e5d93054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8e8630c-bac4-4005-b4a7-172eca7b3cc5"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SharingHintHash" ma:index="18"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1197315-47BA-4907-8B94-68774DA4DBB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068d899-bc72-4be4-abfd-715e5d93054c"/>
    <ds:schemaRef ds:uri="18e8630c-bac4-4005-b4a7-172eca7b3cc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4D9C807-CD71-4E7B-8703-B61B67FE53BD}">
  <ds:schemaRefs>
    <ds:schemaRef ds:uri="http://schemas.microsoft.com/office/2006/metadata/properties"/>
    <ds:schemaRef ds:uri="http://purl.org/dc/terms/"/>
    <ds:schemaRef ds:uri="http://purl.org/dc/elements/1.1/"/>
    <ds:schemaRef ds:uri="18e8630c-bac4-4005-b4a7-172eca7b3cc5"/>
    <ds:schemaRef ds:uri="1068d899-bc72-4be4-abfd-715e5d93054c"/>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http://purl.org/dc/dcmitype/"/>
  </ds:schemaRefs>
</ds:datastoreItem>
</file>

<file path=customXml/itemProps3.xml><?xml version="1.0" encoding="utf-8"?>
<ds:datastoreItem xmlns:ds="http://schemas.openxmlformats.org/officeDocument/2006/customXml" ds:itemID="{812E0B6C-B036-4E03-B36A-39687907A8B8}">
  <ds:schemaRefs>
    <ds:schemaRef ds:uri="http://schemas.microsoft.com/sharepoint/v3/contenttype/forms"/>
  </ds:schemaRefs>
</ds:datastoreItem>
</file>

<file path=docMetadata/LabelInfo.xml><?xml version="1.0" encoding="utf-8"?>
<clbl:labelList xmlns:clbl="http://schemas.microsoft.com/office/2020/mipLabelMetadata">
  <clbl:label id="{57368c21-b8cf-42cf-bd0b-43ecd4bc62ae}" enabled="0" method="" siteId="{57368c21-b8cf-42cf-bd0b-43ecd4bc62ae}" removed="1"/>
</clbl:labelList>
</file>

<file path=docProps/app.xml><?xml version="1.0" encoding="utf-8"?>
<Properties xmlns="http://schemas.openxmlformats.org/officeDocument/2006/extended-properties" xmlns:vt="http://schemas.openxmlformats.org/officeDocument/2006/docPropsVTypes">
  <Template>Cargill_Base_Green_082913</Template>
  <TotalTime>53673</TotalTime>
  <Words>235</Words>
  <Application>Microsoft Macintosh PowerPoint</Application>
  <PresentationFormat>Widescreen</PresentationFormat>
  <Paragraphs>16</Paragraphs>
  <Slides>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vt:i4>
      </vt:variant>
    </vt:vector>
  </HeadingPairs>
  <TitlesOfParts>
    <vt:vector size="9" baseType="lpstr">
      <vt:lpstr>72</vt:lpstr>
      <vt:lpstr>Arial</vt:lpstr>
      <vt:lpstr>Calibri</vt:lpstr>
      <vt:lpstr>Helvetica</vt:lpstr>
      <vt:lpstr>Helvetica Neue</vt:lpstr>
      <vt:lpstr>Wingdings</vt:lpstr>
      <vt:lpstr>Cargill_Global IT_Blue</vt:lpstr>
      <vt:lpstr>PowerPoint Presentation</vt:lpstr>
      <vt:lpstr>       Nowsecure Severity Scanning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M, Hidayathullah (Cognizant)</cp:lastModifiedBy>
  <cp:revision>218</cp:revision>
  <dcterms:created xsi:type="dcterms:W3CDTF">2017-04-27T16:18:10Z</dcterms:created>
  <dcterms:modified xsi:type="dcterms:W3CDTF">2024-05-14T13:03:30Z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0x0101008658A23995711742BB782859C5BCF4FB</vt:lpwstr>
  </property>
</Properties>
</file>