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1" r:id="rId10"/>
    <p:sldId id="266" r:id="rId11"/>
    <p:sldId id="270" r:id="rId12"/>
    <p:sldId id="271" r:id="rId13"/>
    <p:sldId id="272" r:id="rId14"/>
    <p:sldId id="275" r:id="rId15"/>
    <p:sldId id="274" r:id="rId16"/>
    <p:sldId id="267" r:id="rId17"/>
    <p:sldId id="276" r:id="rId18"/>
    <p:sldId id="268" r:id="rId19"/>
    <p:sldId id="269" r:id="rId20"/>
    <p:sldId id="273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F1F0A4-BBD8-394E-8FEF-995C398118D0}" v="5" dt="2024-06-13T08:09:48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92"/>
  </p:normalViewPr>
  <p:slideViewPr>
    <p:cSldViewPr snapToGrid="0">
      <p:cViewPr varScale="1">
        <p:scale>
          <a:sx n="96" d="100"/>
          <a:sy n="96" d="100"/>
        </p:scale>
        <p:origin x="200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DAYATHULLAH M (CRGL-THIRDPARTY.COM)" userId="96e56d11-4679-4de4-ba1c-663dfd039490" providerId="ADAL" clId="{D7F1F0A4-BBD8-394E-8FEF-995C398118D0}"/>
    <pc:docChg chg="undo custSel addSld delSld modSld sldOrd">
      <pc:chgData name="HIDAYATHULLAH M (CRGL-THIRDPARTY.COM)" userId="96e56d11-4679-4de4-ba1c-663dfd039490" providerId="ADAL" clId="{D7F1F0A4-BBD8-394E-8FEF-995C398118D0}" dt="2024-06-13T10:02:15.977" v="182" actId="26606"/>
      <pc:docMkLst>
        <pc:docMk/>
      </pc:docMkLst>
      <pc:sldChg chg="modSp mod">
        <pc:chgData name="HIDAYATHULLAH M (CRGL-THIRDPARTY.COM)" userId="96e56d11-4679-4de4-ba1c-663dfd039490" providerId="ADAL" clId="{D7F1F0A4-BBD8-394E-8FEF-995C398118D0}" dt="2024-06-13T09:51:33.980" v="131" actId="1076"/>
        <pc:sldMkLst>
          <pc:docMk/>
          <pc:sldMk cId="621686795" sldId="259"/>
        </pc:sldMkLst>
        <pc:spChg chg="mod">
          <ac:chgData name="HIDAYATHULLAH M (CRGL-THIRDPARTY.COM)" userId="96e56d11-4679-4de4-ba1c-663dfd039490" providerId="ADAL" clId="{D7F1F0A4-BBD8-394E-8FEF-995C398118D0}" dt="2024-06-13T09:51:33.980" v="131" actId="1076"/>
          <ac:spMkLst>
            <pc:docMk/>
            <pc:sldMk cId="621686795" sldId="259"/>
            <ac:spMk id="2" creationId="{AC44BDE5-5AAB-1796-8BF9-753A6A2195C0}"/>
          </ac:spMkLst>
        </pc:spChg>
      </pc:sldChg>
      <pc:sldChg chg="ord">
        <pc:chgData name="HIDAYATHULLAH M (CRGL-THIRDPARTY.COM)" userId="96e56d11-4679-4de4-ba1c-663dfd039490" providerId="ADAL" clId="{D7F1F0A4-BBD8-394E-8FEF-995C398118D0}" dt="2024-06-13T09:54:31.277" v="135" actId="20578"/>
        <pc:sldMkLst>
          <pc:docMk/>
          <pc:sldMk cId="4086887062" sldId="262"/>
        </pc:sldMkLst>
      </pc:sldChg>
      <pc:sldChg chg="new del">
        <pc:chgData name="HIDAYATHULLAH M (CRGL-THIRDPARTY.COM)" userId="96e56d11-4679-4de4-ba1c-663dfd039490" providerId="ADAL" clId="{D7F1F0A4-BBD8-394E-8FEF-995C398118D0}" dt="2024-06-13T09:24:56.167" v="1" actId="680"/>
        <pc:sldMkLst>
          <pc:docMk/>
          <pc:sldMk cId="123018579" sldId="266"/>
        </pc:sldMkLst>
      </pc:sldChg>
      <pc:sldChg chg="addSp delSp modSp new mod setBg">
        <pc:chgData name="HIDAYATHULLAH M (CRGL-THIRDPARTY.COM)" userId="96e56d11-4679-4de4-ba1c-663dfd039490" providerId="ADAL" clId="{D7F1F0A4-BBD8-394E-8FEF-995C398118D0}" dt="2024-06-13T09:54:56.631" v="137" actId="26606"/>
        <pc:sldMkLst>
          <pc:docMk/>
          <pc:sldMk cId="4062576549" sldId="266"/>
        </pc:sldMkLst>
        <pc:spChg chg="mod">
          <ac:chgData name="HIDAYATHULLAH M (CRGL-THIRDPARTY.COM)" userId="96e56d11-4679-4de4-ba1c-663dfd039490" providerId="ADAL" clId="{D7F1F0A4-BBD8-394E-8FEF-995C398118D0}" dt="2024-06-13T09:54:56.631" v="137" actId="26606"/>
          <ac:spMkLst>
            <pc:docMk/>
            <pc:sldMk cId="4062576549" sldId="266"/>
            <ac:spMk id="2" creationId="{733CB07F-BFE8-3F6A-A1F1-30F6A1157950}"/>
          </ac:spMkLst>
        </pc:spChg>
        <pc:spChg chg="del mod">
          <ac:chgData name="HIDAYATHULLAH M (CRGL-THIRDPARTY.COM)" userId="96e56d11-4679-4de4-ba1c-663dfd039490" providerId="ADAL" clId="{D7F1F0A4-BBD8-394E-8FEF-995C398118D0}" dt="2024-06-13T09:54:56.631" v="137" actId="26606"/>
          <ac:spMkLst>
            <pc:docMk/>
            <pc:sldMk cId="4062576549" sldId="266"/>
            <ac:spMk id="3" creationId="{F7F73684-A18F-6909-59F7-ADDCEA4C67BD}"/>
          </ac:spMkLst>
        </pc:spChg>
        <pc:spChg chg="add">
          <ac:chgData name="HIDAYATHULLAH M (CRGL-THIRDPARTY.COM)" userId="96e56d11-4679-4de4-ba1c-663dfd039490" providerId="ADAL" clId="{D7F1F0A4-BBD8-394E-8FEF-995C398118D0}" dt="2024-06-13T09:54:56.631" v="137" actId="26606"/>
          <ac:spMkLst>
            <pc:docMk/>
            <pc:sldMk cId="4062576549" sldId="266"/>
            <ac:spMk id="9" creationId="{2E442304-DDBD-4F7B-8017-36BCC863FB40}"/>
          </ac:spMkLst>
        </pc:spChg>
        <pc:spChg chg="add">
          <ac:chgData name="HIDAYATHULLAH M (CRGL-THIRDPARTY.COM)" userId="96e56d11-4679-4de4-ba1c-663dfd039490" providerId="ADAL" clId="{D7F1F0A4-BBD8-394E-8FEF-995C398118D0}" dt="2024-06-13T09:54:56.631" v="137" actId="26606"/>
          <ac:spMkLst>
            <pc:docMk/>
            <pc:sldMk cId="4062576549" sldId="266"/>
            <ac:spMk id="11" creationId="{5E107275-3853-46FD-A241-DE4355A42675}"/>
          </ac:spMkLst>
        </pc:spChg>
        <pc:graphicFrameChg chg="add">
          <ac:chgData name="HIDAYATHULLAH M (CRGL-THIRDPARTY.COM)" userId="96e56d11-4679-4de4-ba1c-663dfd039490" providerId="ADAL" clId="{D7F1F0A4-BBD8-394E-8FEF-995C398118D0}" dt="2024-06-13T09:54:56.631" v="137" actId="26606"/>
          <ac:graphicFrameMkLst>
            <pc:docMk/>
            <pc:sldMk cId="4062576549" sldId="266"/>
            <ac:graphicFrameMk id="5" creationId="{4CC2507F-D1A2-4CF0-E013-A570A3711195}"/>
          </ac:graphicFrameMkLst>
        </pc:graphicFrameChg>
      </pc:sldChg>
      <pc:sldChg chg="addSp delSp modSp new mod ord setBg">
        <pc:chgData name="HIDAYATHULLAH M (CRGL-THIRDPARTY.COM)" userId="96e56d11-4679-4de4-ba1c-663dfd039490" providerId="ADAL" clId="{D7F1F0A4-BBD8-394E-8FEF-995C398118D0}" dt="2024-06-13T09:59:58.727" v="172" actId="20578"/>
        <pc:sldMkLst>
          <pc:docMk/>
          <pc:sldMk cId="1138485751" sldId="267"/>
        </pc:sldMkLst>
        <pc:spChg chg="mod">
          <ac:chgData name="HIDAYATHULLAH M (CRGL-THIRDPARTY.COM)" userId="96e56d11-4679-4de4-ba1c-663dfd039490" providerId="ADAL" clId="{D7F1F0A4-BBD8-394E-8FEF-995C398118D0}" dt="2024-06-13T09:59:54.618" v="171" actId="26606"/>
          <ac:spMkLst>
            <pc:docMk/>
            <pc:sldMk cId="1138485751" sldId="267"/>
            <ac:spMk id="2" creationId="{524F6B6A-B31D-C2AB-E466-7EC648FB71FA}"/>
          </ac:spMkLst>
        </pc:spChg>
        <pc:spChg chg="del mod">
          <ac:chgData name="HIDAYATHULLAH M (CRGL-THIRDPARTY.COM)" userId="96e56d11-4679-4de4-ba1c-663dfd039490" providerId="ADAL" clId="{D7F1F0A4-BBD8-394E-8FEF-995C398118D0}" dt="2024-06-13T09:59:54.618" v="171" actId="26606"/>
          <ac:spMkLst>
            <pc:docMk/>
            <pc:sldMk cId="1138485751" sldId="267"/>
            <ac:spMk id="3" creationId="{193C33C0-FF4D-4E6B-1426-E5E05A8AE685}"/>
          </ac:spMkLst>
        </pc:spChg>
        <pc:spChg chg="add">
          <ac:chgData name="HIDAYATHULLAH M (CRGL-THIRDPARTY.COM)" userId="96e56d11-4679-4de4-ba1c-663dfd039490" providerId="ADAL" clId="{D7F1F0A4-BBD8-394E-8FEF-995C398118D0}" dt="2024-06-13T09:59:54.618" v="171" actId="26606"/>
          <ac:spMkLst>
            <pc:docMk/>
            <pc:sldMk cId="1138485751" sldId="267"/>
            <ac:spMk id="9" creationId="{53B021B3-DE93-4AB7-8A18-CF5F1CED88B8}"/>
          </ac:spMkLst>
        </pc:spChg>
        <pc:spChg chg="add">
          <ac:chgData name="HIDAYATHULLAH M (CRGL-THIRDPARTY.COM)" userId="96e56d11-4679-4de4-ba1c-663dfd039490" providerId="ADAL" clId="{D7F1F0A4-BBD8-394E-8FEF-995C398118D0}" dt="2024-06-13T09:59:54.618" v="171" actId="26606"/>
          <ac:spMkLst>
            <pc:docMk/>
            <pc:sldMk cId="1138485751" sldId="267"/>
            <ac:spMk id="11" creationId="{52D502E5-F6B4-4D58-B4AE-FC466FF15EE8}"/>
          </ac:spMkLst>
        </pc:spChg>
        <pc:spChg chg="add">
          <ac:chgData name="HIDAYATHULLAH M (CRGL-THIRDPARTY.COM)" userId="96e56d11-4679-4de4-ba1c-663dfd039490" providerId="ADAL" clId="{D7F1F0A4-BBD8-394E-8FEF-995C398118D0}" dt="2024-06-13T09:59:54.618" v="171" actId="26606"/>
          <ac:spMkLst>
            <pc:docMk/>
            <pc:sldMk cId="1138485751" sldId="267"/>
            <ac:spMk id="13" creationId="{9DECDBF4-02B6-4BB4-B65B-B8107AD6A9E8}"/>
          </ac:spMkLst>
        </pc:spChg>
        <pc:graphicFrameChg chg="add">
          <ac:chgData name="HIDAYATHULLAH M (CRGL-THIRDPARTY.COM)" userId="96e56d11-4679-4de4-ba1c-663dfd039490" providerId="ADAL" clId="{D7F1F0A4-BBD8-394E-8FEF-995C398118D0}" dt="2024-06-13T09:59:54.618" v="171" actId="26606"/>
          <ac:graphicFrameMkLst>
            <pc:docMk/>
            <pc:sldMk cId="1138485751" sldId="267"/>
            <ac:graphicFrameMk id="5" creationId="{9EE6F715-C4A1-7DA0-7E81-54D6887504FF}"/>
          </ac:graphicFrameMkLst>
        </pc:graphicFrameChg>
      </pc:sldChg>
      <pc:sldChg chg="addSp delSp modSp new mod ord setBg">
        <pc:chgData name="HIDAYATHULLAH M (CRGL-THIRDPARTY.COM)" userId="96e56d11-4679-4de4-ba1c-663dfd039490" providerId="ADAL" clId="{D7F1F0A4-BBD8-394E-8FEF-995C398118D0}" dt="2024-06-13T10:02:00.051" v="181" actId="26606"/>
        <pc:sldMkLst>
          <pc:docMk/>
          <pc:sldMk cId="688934022" sldId="268"/>
        </pc:sldMkLst>
        <pc:spChg chg="mod">
          <ac:chgData name="HIDAYATHULLAH M (CRGL-THIRDPARTY.COM)" userId="96e56d11-4679-4de4-ba1c-663dfd039490" providerId="ADAL" clId="{D7F1F0A4-BBD8-394E-8FEF-995C398118D0}" dt="2024-06-13T10:02:00.051" v="181" actId="26606"/>
          <ac:spMkLst>
            <pc:docMk/>
            <pc:sldMk cId="688934022" sldId="268"/>
            <ac:spMk id="2" creationId="{67C9840B-47F1-0C32-6038-A2CDE36F5662}"/>
          </ac:spMkLst>
        </pc:spChg>
        <pc:spChg chg="del mod">
          <ac:chgData name="HIDAYATHULLAH M (CRGL-THIRDPARTY.COM)" userId="96e56d11-4679-4de4-ba1c-663dfd039490" providerId="ADAL" clId="{D7F1F0A4-BBD8-394E-8FEF-995C398118D0}" dt="2024-06-13T10:02:00.051" v="181" actId="26606"/>
          <ac:spMkLst>
            <pc:docMk/>
            <pc:sldMk cId="688934022" sldId="268"/>
            <ac:spMk id="3" creationId="{AF587BC8-BE27-8E8A-01BB-05B212B0871D}"/>
          </ac:spMkLst>
        </pc:spChg>
        <pc:spChg chg="add">
          <ac:chgData name="HIDAYATHULLAH M (CRGL-THIRDPARTY.COM)" userId="96e56d11-4679-4de4-ba1c-663dfd039490" providerId="ADAL" clId="{D7F1F0A4-BBD8-394E-8FEF-995C398118D0}" dt="2024-06-13T10:02:00.051" v="181" actId="26606"/>
          <ac:spMkLst>
            <pc:docMk/>
            <pc:sldMk cId="688934022" sldId="268"/>
            <ac:spMk id="9" creationId="{7DA1F35B-C8F7-4A5A-9339-7DA4D785B300}"/>
          </ac:spMkLst>
        </pc:spChg>
        <pc:spChg chg="add">
          <ac:chgData name="HIDAYATHULLAH M (CRGL-THIRDPARTY.COM)" userId="96e56d11-4679-4de4-ba1c-663dfd039490" providerId="ADAL" clId="{D7F1F0A4-BBD8-394E-8FEF-995C398118D0}" dt="2024-06-13T10:02:00.051" v="181" actId="26606"/>
          <ac:spMkLst>
            <pc:docMk/>
            <pc:sldMk cId="688934022" sldId="268"/>
            <ac:spMk id="11" creationId="{B2D4AD41-40DA-4A81-92F5-B6E3BA1ED82A}"/>
          </ac:spMkLst>
        </pc:spChg>
        <pc:graphicFrameChg chg="add">
          <ac:chgData name="HIDAYATHULLAH M (CRGL-THIRDPARTY.COM)" userId="96e56d11-4679-4de4-ba1c-663dfd039490" providerId="ADAL" clId="{D7F1F0A4-BBD8-394E-8FEF-995C398118D0}" dt="2024-06-13T10:02:00.051" v="181" actId="26606"/>
          <ac:graphicFrameMkLst>
            <pc:docMk/>
            <pc:sldMk cId="688934022" sldId="268"/>
            <ac:graphicFrameMk id="5" creationId="{32EA254B-1839-C7D0-9672-F5FF2B0D22C3}"/>
          </ac:graphicFrameMkLst>
        </pc:graphicFrameChg>
      </pc:sldChg>
      <pc:sldChg chg="addSp modSp new mod ord setBg">
        <pc:chgData name="HIDAYATHULLAH M (CRGL-THIRDPARTY.COM)" userId="96e56d11-4679-4de4-ba1c-663dfd039490" providerId="ADAL" clId="{D7F1F0A4-BBD8-394E-8FEF-995C398118D0}" dt="2024-06-13T10:02:15.977" v="182" actId="26606"/>
        <pc:sldMkLst>
          <pc:docMk/>
          <pc:sldMk cId="3137053541" sldId="269"/>
        </pc:sldMkLst>
        <pc:spChg chg="mo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2" creationId="{D473FFAC-DD31-94DB-9D64-E4F186FEFDB4}"/>
          </ac:spMkLst>
        </pc:spChg>
        <pc:spChg chg="mo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3" creationId="{774E55C0-0782-5FE0-9046-1155193083E2}"/>
          </ac:spMkLst>
        </pc:spChg>
        <pc:spChg chg="ad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8" creationId="{F837543A-6020-4505-A233-C9DB4BF74011}"/>
          </ac:spMkLst>
        </pc:spChg>
        <pc:spChg chg="ad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10" creationId="{35B16301-FB18-48BA-A6DD-C37CAF6F9A18}"/>
          </ac:spMkLst>
        </pc:spChg>
        <pc:spChg chg="ad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12" creationId="{C3C0D90E-074A-4F52-9B11-B52BEF4BCBE5}"/>
          </ac:spMkLst>
        </pc:spChg>
        <pc:spChg chg="ad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14" creationId="{CABBD4C1-E6F8-46F6-8152-A8A97490BF4D}"/>
          </ac:spMkLst>
        </pc:spChg>
        <pc:spChg chg="ad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16" creationId="{83BA5EF5-1FE9-4BF9-83BB-269BCDDF6156}"/>
          </ac:spMkLst>
        </pc:spChg>
        <pc:spChg chg="ad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20" creationId="{88853921-7BC9-4BDE-ACAB-133C683C82D6}"/>
          </ac:spMkLst>
        </pc:spChg>
        <pc:spChg chg="ad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22" creationId="{09192968-3AE7-4470-A61C-97294BB92731}"/>
          </ac:spMkLst>
        </pc:spChg>
        <pc:spChg chg="add">
          <ac:chgData name="HIDAYATHULLAH M (CRGL-THIRDPARTY.COM)" userId="96e56d11-4679-4de4-ba1c-663dfd039490" providerId="ADAL" clId="{D7F1F0A4-BBD8-394E-8FEF-995C398118D0}" dt="2024-06-13T10:02:15.977" v="182" actId="26606"/>
          <ac:spMkLst>
            <pc:docMk/>
            <pc:sldMk cId="3137053541" sldId="269"/>
            <ac:spMk id="24" creationId="{3AB72E55-43E4-4356-BFE8-E2102CB0B505}"/>
          </ac:spMkLst>
        </pc:spChg>
        <pc:cxnChg chg="add">
          <ac:chgData name="HIDAYATHULLAH M (CRGL-THIRDPARTY.COM)" userId="96e56d11-4679-4de4-ba1c-663dfd039490" providerId="ADAL" clId="{D7F1F0A4-BBD8-394E-8FEF-995C398118D0}" dt="2024-06-13T10:02:15.977" v="182" actId="26606"/>
          <ac:cxnSpMkLst>
            <pc:docMk/>
            <pc:sldMk cId="3137053541" sldId="269"/>
            <ac:cxnSpMk id="18" creationId="{4B3BCACB-5880-460B-9606-8C433A9AF99D}"/>
          </ac:cxnSpMkLst>
        </pc:cxnChg>
      </pc:sldChg>
      <pc:sldChg chg="addSp delSp modSp new mod setBg">
        <pc:chgData name="HIDAYATHULLAH M (CRGL-THIRDPARTY.COM)" userId="96e56d11-4679-4de4-ba1c-663dfd039490" providerId="ADAL" clId="{D7F1F0A4-BBD8-394E-8FEF-995C398118D0}" dt="2024-06-13T09:55:04.880" v="138" actId="26606"/>
        <pc:sldMkLst>
          <pc:docMk/>
          <pc:sldMk cId="3714649603" sldId="270"/>
        </pc:sldMkLst>
        <pc:spChg chg="mod">
          <ac:chgData name="HIDAYATHULLAH M (CRGL-THIRDPARTY.COM)" userId="96e56d11-4679-4de4-ba1c-663dfd039490" providerId="ADAL" clId="{D7F1F0A4-BBD8-394E-8FEF-995C398118D0}" dt="2024-06-13T09:55:04.880" v="138" actId="26606"/>
          <ac:spMkLst>
            <pc:docMk/>
            <pc:sldMk cId="3714649603" sldId="270"/>
            <ac:spMk id="2" creationId="{4E67387E-435D-7848-9039-95E01E8B8A00}"/>
          </ac:spMkLst>
        </pc:spChg>
        <pc:spChg chg="del mod">
          <ac:chgData name="HIDAYATHULLAH M (CRGL-THIRDPARTY.COM)" userId="96e56d11-4679-4de4-ba1c-663dfd039490" providerId="ADAL" clId="{D7F1F0A4-BBD8-394E-8FEF-995C398118D0}" dt="2024-06-13T09:55:04.880" v="138" actId="26606"/>
          <ac:spMkLst>
            <pc:docMk/>
            <pc:sldMk cId="3714649603" sldId="270"/>
            <ac:spMk id="3" creationId="{47E76CAC-A338-9C58-0FED-D50C85F3954D}"/>
          </ac:spMkLst>
        </pc:spChg>
        <pc:spChg chg="add">
          <ac:chgData name="HIDAYATHULLAH M (CRGL-THIRDPARTY.COM)" userId="96e56d11-4679-4de4-ba1c-663dfd039490" providerId="ADAL" clId="{D7F1F0A4-BBD8-394E-8FEF-995C398118D0}" dt="2024-06-13T09:55:04.880" v="138" actId="26606"/>
          <ac:spMkLst>
            <pc:docMk/>
            <pc:sldMk cId="3714649603" sldId="270"/>
            <ac:spMk id="9" creationId="{7517A47C-B2E5-4B79-8061-D74B1311AF6E}"/>
          </ac:spMkLst>
        </pc:spChg>
        <pc:spChg chg="add">
          <ac:chgData name="HIDAYATHULLAH M (CRGL-THIRDPARTY.COM)" userId="96e56d11-4679-4de4-ba1c-663dfd039490" providerId="ADAL" clId="{D7F1F0A4-BBD8-394E-8FEF-995C398118D0}" dt="2024-06-13T09:55:04.880" v="138" actId="26606"/>
          <ac:spMkLst>
            <pc:docMk/>
            <pc:sldMk cId="3714649603" sldId="270"/>
            <ac:spMk id="11" creationId="{C505E780-2083-4CB5-A42A-5E0E2908ECC3}"/>
          </ac:spMkLst>
        </pc:spChg>
        <pc:spChg chg="add">
          <ac:chgData name="HIDAYATHULLAH M (CRGL-THIRDPARTY.COM)" userId="96e56d11-4679-4de4-ba1c-663dfd039490" providerId="ADAL" clId="{D7F1F0A4-BBD8-394E-8FEF-995C398118D0}" dt="2024-06-13T09:55:04.880" v="138" actId="26606"/>
          <ac:spMkLst>
            <pc:docMk/>
            <pc:sldMk cId="3714649603" sldId="270"/>
            <ac:spMk id="13" creationId="{D2C0AE1C-0118-41AE-8A10-7CDCBF10E96F}"/>
          </ac:spMkLst>
        </pc:spChg>
        <pc:spChg chg="add">
          <ac:chgData name="HIDAYATHULLAH M (CRGL-THIRDPARTY.COM)" userId="96e56d11-4679-4de4-ba1c-663dfd039490" providerId="ADAL" clId="{D7F1F0A4-BBD8-394E-8FEF-995C398118D0}" dt="2024-06-13T09:55:04.880" v="138" actId="26606"/>
          <ac:spMkLst>
            <pc:docMk/>
            <pc:sldMk cId="3714649603" sldId="270"/>
            <ac:spMk id="15" creationId="{463EEC44-1BA3-44ED-81FC-A644B04B2A44}"/>
          </ac:spMkLst>
        </pc:spChg>
        <pc:graphicFrameChg chg="add">
          <ac:chgData name="HIDAYATHULLAH M (CRGL-THIRDPARTY.COM)" userId="96e56d11-4679-4de4-ba1c-663dfd039490" providerId="ADAL" clId="{D7F1F0A4-BBD8-394E-8FEF-995C398118D0}" dt="2024-06-13T09:55:04.880" v="138" actId="26606"/>
          <ac:graphicFrameMkLst>
            <pc:docMk/>
            <pc:sldMk cId="3714649603" sldId="270"/>
            <ac:graphicFrameMk id="5" creationId="{C4BC12E9-7C06-209F-0F4D-E12B0929E49E}"/>
          </ac:graphicFrameMkLst>
        </pc:graphicFrameChg>
      </pc:sldChg>
      <pc:sldChg chg="addSp delSp modSp new mod setBg">
        <pc:chgData name="HIDAYATHULLAH M (CRGL-THIRDPARTY.COM)" userId="96e56d11-4679-4de4-ba1c-663dfd039490" providerId="ADAL" clId="{D7F1F0A4-BBD8-394E-8FEF-995C398118D0}" dt="2024-06-13T09:55:26.507" v="141" actId="26606"/>
        <pc:sldMkLst>
          <pc:docMk/>
          <pc:sldMk cId="1725740986" sldId="271"/>
        </pc:sldMkLst>
        <pc:spChg chg="mod">
          <ac:chgData name="HIDAYATHULLAH M (CRGL-THIRDPARTY.COM)" userId="96e56d11-4679-4de4-ba1c-663dfd039490" providerId="ADAL" clId="{D7F1F0A4-BBD8-394E-8FEF-995C398118D0}" dt="2024-06-13T09:55:26.507" v="141" actId="26606"/>
          <ac:spMkLst>
            <pc:docMk/>
            <pc:sldMk cId="1725740986" sldId="271"/>
            <ac:spMk id="2" creationId="{5E778C37-54A9-D7B6-120F-6CC132846565}"/>
          </ac:spMkLst>
        </pc:spChg>
        <pc:spChg chg="add del mod">
          <ac:chgData name="HIDAYATHULLAH M (CRGL-THIRDPARTY.COM)" userId="96e56d11-4679-4de4-ba1c-663dfd039490" providerId="ADAL" clId="{D7F1F0A4-BBD8-394E-8FEF-995C398118D0}" dt="2024-06-13T09:55:26.507" v="141" actId="26606"/>
          <ac:spMkLst>
            <pc:docMk/>
            <pc:sldMk cId="1725740986" sldId="271"/>
            <ac:spMk id="3" creationId="{0213C1FA-68DA-A525-2AA1-68D58BB52E38}"/>
          </ac:spMkLst>
        </pc:spChg>
        <pc:spChg chg="add">
          <ac:chgData name="HIDAYATHULLAH M (CRGL-THIRDPARTY.COM)" userId="96e56d11-4679-4de4-ba1c-663dfd039490" providerId="ADAL" clId="{D7F1F0A4-BBD8-394E-8FEF-995C398118D0}" dt="2024-06-13T09:55:26.507" v="141" actId="26606"/>
          <ac:spMkLst>
            <pc:docMk/>
            <pc:sldMk cId="1725740986" sldId="271"/>
            <ac:spMk id="9" creationId="{A1F6BF70-C7D1-4AF9-8DB4-BEEB8A9C3529}"/>
          </ac:spMkLst>
        </pc:spChg>
        <pc:spChg chg="add">
          <ac:chgData name="HIDAYATHULLAH M (CRGL-THIRDPARTY.COM)" userId="96e56d11-4679-4de4-ba1c-663dfd039490" providerId="ADAL" clId="{D7F1F0A4-BBD8-394E-8FEF-995C398118D0}" dt="2024-06-13T09:55:26.507" v="141" actId="26606"/>
          <ac:spMkLst>
            <pc:docMk/>
            <pc:sldMk cId="1725740986" sldId="271"/>
            <ac:spMk id="15" creationId="{2C1BBA94-3F40-40AA-8BB9-E69E25E537C1}"/>
          </ac:spMkLst>
        </pc:spChg>
        <pc:grpChg chg="add">
          <ac:chgData name="HIDAYATHULLAH M (CRGL-THIRDPARTY.COM)" userId="96e56d11-4679-4de4-ba1c-663dfd039490" providerId="ADAL" clId="{D7F1F0A4-BBD8-394E-8FEF-995C398118D0}" dt="2024-06-13T09:55:26.507" v="141" actId="26606"/>
          <ac:grpSpMkLst>
            <pc:docMk/>
            <pc:sldMk cId="1725740986" sldId="271"/>
            <ac:grpSpMk id="11" creationId="{0C66A8B6-1F6E-4FCC-93B9-B9986B6FD111}"/>
          </ac:grpSpMkLst>
        </pc:grpChg>
        <pc:graphicFrameChg chg="add del">
          <ac:chgData name="HIDAYATHULLAH M (CRGL-THIRDPARTY.COM)" userId="96e56d11-4679-4de4-ba1c-663dfd039490" providerId="ADAL" clId="{D7F1F0A4-BBD8-394E-8FEF-995C398118D0}" dt="2024-06-13T09:55:26.489" v="140" actId="26606"/>
          <ac:graphicFrameMkLst>
            <pc:docMk/>
            <pc:sldMk cId="1725740986" sldId="271"/>
            <ac:graphicFrameMk id="5" creationId="{970B417C-A369-E319-0B42-567C6E8B28B2}"/>
          </ac:graphicFrameMkLst>
        </pc:graphicFrameChg>
        <pc:graphicFrameChg chg="add">
          <ac:chgData name="HIDAYATHULLAH M (CRGL-THIRDPARTY.COM)" userId="96e56d11-4679-4de4-ba1c-663dfd039490" providerId="ADAL" clId="{D7F1F0A4-BBD8-394E-8FEF-995C398118D0}" dt="2024-06-13T09:55:26.507" v="141" actId="26606"/>
          <ac:graphicFrameMkLst>
            <pc:docMk/>
            <pc:sldMk cId="1725740986" sldId="271"/>
            <ac:graphicFrameMk id="7" creationId="{B2F2AD3B-C2E7-1731-ED73-29F30E08E7FB}"/>
          </ac:graphicFrameMkLst>
        </pc:graphicFrameChg>
      </pc:sldChg>
      <pc:sldChg chg="addSp delSp modSp new mod setBg">
        <pc:chgData name="HIDAYATHULLAH M (CRGL-THIRDPARTY.COM)" userId="96e56d11-4679-4de4-ba1c-663dfd039490" providerId="ADAL" clId="{D7F1F0A4-BBD8-394E-8FEF-995C398118D0}" dt="2024-06-13T09:58:08.155" v="160" actId="255"/>
        <pc:sldMkLst>
          <pc:docMk/>
          <pc:sldMk cId="849123073" sldId="272"/>
        </pc:sldMkLst>
        <pc:spChg chg="mod">
          <ac:chgData name="HIDAYATHULLAH M (CRGL-THIRDPARTY.COM)" userId="96e56d11-4679-4de4-ba1c-663dfd039490" providerId="ADAL" clId="{D7F1F0A4-BBD8-394E-8FEF-995C398118D0}" dt="2024-06-13T09:57:58.353" v="158" actId="26606"/>
          <ac:spMkLst>
            <pc:docMk/>
            <pc:sldMk cId="849123073" sldId="272"/>
            <ac:spMk id="2" creationId="{CC04063F-BA7C-6CA8-B8D5-B20ACB4D2708}"/>
          </ac:spMkLst>
        </pc:spChg>
        <pc:spChg chg="mod">
          <ac:chgData name="HIDAYATHULLAH M (CRGL-THIRDPARTY.COM)" userId="96e56d11-4679-4de4-ba1c-663dfd039490" providerId="ADAL" clId="{D7F1F0A4-BBD8-394E-8FEF-995C398118D0}" dt="2024-06-13T09:58:08.155" v="160" actId="255"/>
          <ac:spMkLst>
            <pc:docMk/>
            <pc:sldMk cId="849123073" sldId="272"/>
            <ac:spMk id="3" creationId="{5CB90BF7-73F5-CE63-A9FC-C173141D117C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5.421" v="145" actId="26606"/>
          <ac:spMkLst>
            <pc:docMk/>
            <pc:sldMk cId="849123073" sldId="272"/>
            <ac:spMk id="8" creationId="{F837543A-6020-4505-A233-C9DB4BF74011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5.421" v="145" actId="26606"/>
          <ac:spMkLst>
            <pc:docMk/>
            <pc:sldMk cId="849123073" sldId="272"/>
            <ac:spMk id="10" creationId="{35B16301-FB18-48BA-A6DD-C37CAF6F9A18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5.421" v="145" actId="26606"/>
          <ac:spMkLst>
            <pc:docMk/>
            <pc:sldMk cId="849123073" sldId="272"/>
            <ac:spMk id="12" creationId="{C3C0D90E-074A-4F52-9B11-B52BEF4BCBE5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5.421" v="145" actId="26606"/>
          <ac:spMkLst>
            <pc:docMk/>
            <pc:sldMk cId="849123073" sldId="272"/>
            <ac:spMk id="14" creationId="{CABBD4C1-E6F8-46F6-8152-A8A97490BF4D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5.421" v="145" actId="26606"/>
          <ac:spMkLst>
            <pc:docMk/>
            <pc:sldMk cId="849123073" sldId="272"/>
            <ac:spMk id="16" creationId="{83BA5EF5-1FE9-4BF9-83BB-269BCDDF6156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5.421" v="145" actId="26606"/>
          <ac:spMkLst>
            <pc:docMk/>
            <pc:sldMk cId="849123073" sldId="272"/>
            <ac:spMk id="20" creationId="{88853921-7BC9-4BDE-ACAB-133C683C82D6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5.421" v="145" actId="26606"/>
          <ac:spMkLst>
            <pc:docMk/>
            <pc:sldMk cId="849123073" sldId="272"/>
            <ac:spMk id="22" creationId="{09192968-3AE7-4470-A61C-97294BB92731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5.421" v="145" actId="26606"/>
          <ac:spMkLst>
            <pc:docMk/>
            <pc:sldMk cId="849123073" sldId="272"/>
            <ac:spMk id="24" creationId="{3AB72E55-43E4-4356-BFE8-E2102CB0B505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9.242" v="147" actId="26606"/>
          <ac:spMkLst>
            <pc:docMk/>
            <pc:sldMk cId="849123073" sldId="272"/>
            <ac:spMk id="26" creationId="{1709F1D5-B0F1-4714-A239-E5B61C161915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9.242" v="147" actId="26606"/>
          <ac:spMkLst>
            <pc:docMk/>
            <pc:sldMk cId="849123073" sldId="272"/>
            <ac:spMk id="27" creationId="{228FB460-D3FF-4440-A020-05982A09E517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9.242" v="147" actId="26606"/>
          <ac:spMkLst>
            <pc:docMk/>
            <pc:sldMk cId="849123073" sldId="272"/>
            <ac:spMk id="28" creationId="{14847E93-7DC1-4D4B-8829-B19AA7137C50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9.242" v="147" actId="26606"/>
          <ac:spMkLst>
            <pc:docMk/>
            <pc:sldMk cId="849123073" sldId="272"/>
            <ac:spMk id="29" creationId="{5566D6E1-03A1-4D73-A4E0-35D74D568A04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9.242" v="147" actId="26606"/>
          <ac:spMkLst>
            <pc:docMk/>
            <pc:sldMk cId="849123073" sldId="272"/>
            <ac:spMk id="30" creationId="{9F835A99-04AC-494A-A572-AFE8413CC938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9.242" v="147" actId="26606"/>
          <ac:spMkLst>
            <pc:docMk/>
            <pc:sldMk cId="849123073" sldId="272"/>
            <ac:spMk id="31" creationId="{7B786209-1B0B-4CA9-9BDD-F7327066A84D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9.242" v="147" actId="26606"/>
          <ac:spMkLst>
            <pc:docMk/>
            <pc:sldMk cId="849123073" sldId="272"/>
            <ac:spMk id="32" creationId="{2D2964BB-484D-45AE-AD66-D407D0629652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09.242" v="147" actId="26606"/>
          <ac:spMkLst>
            <pc:docMk/>
            <pc:sldMk cId="849123073" sldId="272"/>
            <ac:spMk id="33" creationId="{6691AC69-A76E-4DAB-B565-468B6B87ACF3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29.595" v="149" actId="26606"/>
          <ac:spMkLst>
            <pc:docMk/>
            <pc:sldMk cId="849123073" sldId="272"/>
            <ac:spMk id="35" creationId="{100EDD19-6802-4EC3-95CE-CFFAB042CFD6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29.595" v="149" actId="26606"/>
          <ac:spMkLst>
            <pc:docMk/>
            <pc:sldMk cId="849123073" sldId="272"/>
            <ac:spMk id="36" creationId="{DB17E863-922E-4C26-BD64-E8FD41D28661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44.839" v="151" actId="26606"/>
          <ac:spMkLst>
            <pc:docMk/>
            <pc:sldMk cId="849123073" sldId="272"/>
            <ac:spMk id="38" creationId="{4DA718D0-4865-4629-8134-44F68D41D574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44.839" v="151" actId="26606"/>
          <ac:spMkLst>
            <pc:docMk/>
            <pc:sldMk cId="849123073" sldId="272"/>
            <ac:spMk id="41" creationId="{CBC4F608-B4B8-48C3-9572-C0F061B1CD99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47.175" v="153" actId="26606"/>
          <ac:spMkLst>
            <pc:docMk/>
            <pc:sldMk cId="849123073" sldId="272"/>
            <ac:spMk id="43" creationId="{C2554CA6-288E-4202-BC52-2E5A8F0C0AED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47.175" v="153" actId="26606"/>
          <ac:spMkLst>
            <pc:docMk/>
            <pc:sldMk cId="849123073" sldId="272"/>
            <ac:spMk id="44" creationId="{B10BB131-AC8E-4A8E-A5D1-36260F720C3B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47.175" v="153" actId="26606"/>
          <ac:spMkLst>
            <pc:docMk/>
            <pc:sldMk cId="849123073" sldId="272"/>
            <ac:spMk id="45" creationId="{5B7778FC-632E-4DCA-A7CB-0D7731CCF970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47.175" v="153" actId="26606"/>
          <ac:spMkLst>
            <pc:docMk/>
            <pc:sldMk cId="849123073" sldId="272"/>
            <ac:spMk id="46" creationId="{FA23A907-97FB-4A8F-880A-DD77401C4296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7.142" v="155" actId="26606"/>
          <ac:spMkLst>
            <pc:docMk/>
            <pc:sldMk cId="849123073" sldId="272"/>
            <ac:spMk id="48" creationId="{3AD318CC-E2A8-4E27-9548-A047A78999B1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7.142" v="155" actId="26606"/>
          <ac:spMkLst>
            <pc:docMk/>
            <pc:sldMk cId="849123073" sldId="272"/>
            <ac:spMk id="51" creationId="{2C1BBA94-3F40-40AA-8BB9-E69E25E537C1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8.349" v="157" actId="26606"/>
          <ac:spMkLst>
            <pc:docMk/>
            <pc:sldMk cId="849123073" sldId="272"/>
            <ac:spMk id="53" creationId="{F837543A-6020-4505-A233-C9DB4BF74011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8.349" v="157" actId="26606"/>
          <ac:spMkLst>
            <pc:docMk/>
            <pc:sldMk cId="849123073" sldId="272"/>
            <ac:spMk id="54" creationId="{35B16301-FB18-48BA-A6DD-C37CAF6F9A18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8.349" v="157" actId="26606"/>
          <ac:spMkLst>
            <pc:docMk/>
            <pc:sldMk cId="849123073" sldId="272"/>
            <ac:spMk id="55" creationId="{C3C0D90E-074A-4F52-9B11-B52BEF4BCBE5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8.349" v="157" actId="26606"/>
          <ac:spMkLst>
            <pc:docMk/>
            <pc:sldMk cId="849123073" sldId="272"/>
            <ac:spMk id="56" creationId="{CABBD4C1-E6F8-46F6-8152-A8A97490BF4D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8.349" v="157" actId="26606"/>
          <ac:spMkLst>
            <pc:docMk/>
            <pc:sldMk cId="849123073" sldId="272"/>
            <ac:spMk id="57" creationId="{83BA5EF5-1FE9-4BF9-83BB-269BCDDF6156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8.349" v="157" actId="26606"/>
          <ac:spMkLst>
            <pc:docMk/>
            <pc:sldMk cId="849123073" sldId="272"/>
            <ac:spMk id="59" creationId="{88853921-7BC9-4BDE-ACAB-133C683C82D6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8.349" v="157" actId="26606"/>
          <ac:spMkLst>
            <pc:docMk/>
            <pc:sldMk cId="849123073" sldId="272"/>
            <ac:spMk id="60" creationId="{09192968-3AE7-4470-A61C-97294BB92731}"/>
          </ac:spMkLst>
        </pc:spChg>
        <pc:spChg chg="add del">
          <ac:chgData name="HIDAYATHULLAH M (CRGL-THIRDPARTY.COM)" userId="96e56d11-4679-4de4-ba1c-663dfd039490" providerId="ADAL" clId="{D7F1F0A4-BBD8-394E-8FEF-995C398118D0}" dt="2024-06-13T09:57:58.349" v="157" actId="26606"/>
          <ac:spMkLst>
            <pc:docMk/>
            <pc:sldMk cId="849123073" sldId="272"/>
            <ac:spMk id="61" creationId="{3AB72E55-43E4-4356-BFE8-E2102CB0B505}"/>
          </ac:spMkLst>
        </pc:spChg>
        <pc:spChg chg="add">
          <ac:chgData name="HIDAYATHULLAH M (CRGL-THIRDPARTY.COM)" userId="96e56d11-4679-4de4-ba1c-663dfd039490" providerId="ADAL" clId="{D7F1F0A4-BBD8-394E-8FEF-995C398118D0}" dt="2024-06-13T09:57:58.353" v="158" actId="26606"/>
          <ac:spMkLst>
            <pc:docMk/>
            <pc:sldMk cId="849123073" sldId="272"/>
            <ac:spMk id="63" creationId="{1709F1D5-B0F1-4714-A239-E5B61C161915}"/>
          </ac:spMkLst>
        </pc:spChg>
        <pc:spChg chg="add">
          <ac:chgData name="HIDAYATHULLAH M (CRGL-THIRDPARTY.COM)" userId="96e56d11-4679-4de4-ba1c-663dfd039490" providerId="ADAL" clId="{D7F1F0A4-BBD8-394E-8FEF-995C398118D0}" dt="2024-06-13T09:57:58.353" v="158" actId="26606"/>
          <ac:spMkLst>
            <pc:docMk/>
            <pc:sldMk cId="849123073" sldId="272"/>
            <ac:spMk id="64" creationId="{228FB460-D3FF-4440-A020-05982A09E517}"/>
          </ac:spMkLst>
        </pc:spChg>
        <pc:spChg chg="add">
          <ac:chgData name="HIDAYATHULLAH M (CRGL-THIRDPARTY.COM)" userId="96e56d11-4679-4de4-ba1c-663dfd039490" providerId="ADAL" clId="{D7F1F0A4-BBD8-394E-8FEF-995C398118D0}" dt="2024-06-13T09:57:58.353" v="158" actId="26606"/>
          <ac:spMkLst>
            <pc:docMk/>
            <pc:sldMk cId="849123073" sldId="272"/>
            <ac:spMk id="65" creationId="{14847E93-7DC1-4D4B-8829-B19AA7137C50}"/>
          </ac:spMkLst>
        </pc:spChg>
        <pc:spChg chg="add">
          <ac:chgData name="HIDAYATHULLAH M (CRGL-THIRDPARTY.COM)" userId="96e56d11-4679-4de4-ba1c-663dfd039490" providerId="ADAL" clId="{D7F1F0A4-BBD8-394E-8FEF-995C398118D0}" dt="2024-06-13T09:57:58.353" v="158" actId="26606"/>
          <ac:spMkLst>
            <pc:docMk/>
            <pc:sldMk cId="849123073" sldId="272"/>
            <ac:spMk id="66" creationId="{5566D6E1-03A1-4D73-A4E0-35D74D568A04}"/>
          </ac:spMkLst>
        </pc:spChg>
        <pc:spChg chg="add">
          <ac:chgData name="HIDAYATHULLAH M (CRGL-THIRDPARTY.COM)" userId="96e56d11-4679-4de4-ba1c-663dfd039490" providerId="ADAL" clId="{D7F1F0A4-BBD8-394E-8FEF-995C398118D0}" dt="2024-06-13T09:57:58.353" v="158" actId="26606"/>
          <ac:spMkLst>
            <pc:docMk/>
            <pc:sldMk cId="849123073" sldId="272"/>
            <ac:spMk id="67" creationId="{9F835A99-04AC-494A-A572-AFE8413CC938}"/>
          </ac:spMkLst>
        </pc:spChg>
        <pc:spChg chg="add">
          <ac:chgData name="HIDAYATHULLAH M (CRGL-THIRDPARTY.COM)" userId="96e56d11-4679-4de4-ba1c-663dfd039490" providerId="ADAL" clId="{D7F1F0A4-BBD8-394E-8FEF-995C398118D0}" dt="2024-06-13T09:57:58.353" v="158" actId="26606"/>
          <ac:spMkLst>
            <pc:docMk/>
            <pc:sldMk cId="849123073" sldId="272"/>
            <ac:spMk id="68" creationId="{7B786209-1B0B-4CA9-9BDD-F7327066A84D}"/>
          </ac:spMkLst>
        </pc:spChg>
        <pc:spChg chg="add">
          <ac:chgData name="HIDAYATHULLAH M (CRGL-THIRDPARTY.COM)" userId="96e56d11-4679-4de4-ba1c-663dfd039490" providerId="ADAL" clId="{D7F1F0A4-BBD8-394E-8FEF-995C398118D0}" dt="2024-06-13T09:57:58.353" v="158" actId="26606"/>
          <ac:spMkLst>
            <pc:docMk/>
            <pc:sldMk cId="849123073" sldId="272"/>
            <ac:spMk id="69" creationId="{2D2964BB-484D-45AE-AD66-D407D0629652}"/>
          </ac:spMkLst>
        </pc:spChg>
        <pc:spChg chg="add">
          <ac:chgData name="HIDAYATHULLAH M (CRGL-THIRDPARTY.COM)" userId="96e56d11-4679-4de4-ba1c-663dfd039490" providerId="ADAL" clId="{D7F1F0A4-BBD8-394E-8FEF-995C398118D0}" dt="2024-06-13T09:57:58.353" v="158" actId="26606"/>
          <ac:spMkLst>
            <pc:docMk/>
            <pc:sldMk cId="849123073" sldId="272"/>
            <ac:spMk id="70" creationId="{6691AC69-A76E-4DAB-B565-468B6B87ACF3}"/>
          </ac:spMkLst>
        </pc:spChg>
        <pc:grpChg chg="add del">
          <ac:chgData name="HIDAYATHULLAH M (CRGL-THIRDPARTY.COM)" userId="96e56d11-4679-4de4-ba1c-663dfd039490" providerId="ADAL" clId="{D7F1F0A4-BBD8-394E-8FEF-995C398118D0}" dt="2024-06-13T09:57:44.839" v="151" actId="26606"/>
          <ac:grpSpMkLst>
            <pc:docMk/>
            <pc:sldMk cId="849123073" sldId="272"/>
            <ac:grpSpMk id="39" creationId="{65167ED7-6315-43AB-B1B6-C326D5FD8F84}"/>
          </ac:grpSpMkLst>
        </pc:grpChg>
        <pc:grpChg chg="add del">
          <ac:chgData name="HIDAYATHULLAH M (CRGL-THIRDPARTY.COM)" userId="96e56d11-4679-4de4-ba1c-663dfd039490" providerId="ADAL" clId="{D7F1F0A4-BBD8-394E-8FEF-995C398118D0}" dt="2024-06-13T09:57:57.142" v="155" actId="26606"/>
          <ac:grpSpMkLst>
            <pc:docMk/>
            <pc:sldMk cId="849123073" sldId="272"/>
            <ac:grpSpMk id="49" creationId="{B14B560F-9DD7-4302-A60B-EBD3EF59B073}"/>
          </ac:grpSpMkLst>
        </pc:grpChg>
        <pc:cxnChg chg="add del">
          <ac:chgData name="HIDAYATHULLAH M (CRGL-THIRDPARTY.COM)" userId="96e56d11-4679-4de4-ba1c-663dfd039490" providerId="ADAL" clId="{D7F1F0A4-BBD8-394E-8FEF-995C398118D0}" dt="2024-06-13T09:57:05.421" v="145" actId="26606"/>
          <ac:cxnSpMkLst>
            <pc:docMk/>
            <pc:sldMk cId="849123073" sldId="272"/>
            <ac:cxnSpMk id="18" creationId="{4B3BCACB-5880-460B-9606-8C433A9AF99D}"/>
          </ac:cxnSpMkLst>
        </pc:cxnChg>
        <pc:cxnChg chg="add del">
          <ac:chgData name="HIDAYATHULLAH M (CRGL-THIRDPARTY.COM)" userId="96e56d11-4679-4de4-ba1c-663dfd039490" providerId="ADAL" clId="{D7F1F0A4-BBD8-394E-8FEF-995C398118D0}" dt="2024-06-13T09:57:58.349" v="157" actId="26606"/>
          <ac:cxnSpMkLst>
            <pc:docMk/>
            <pc:sldMk cId="849123073" sldId="272"/>
            <ac:cxnSpMk id="58" creationId="{4B3BCACB-5880-460B-9606-8C433A9AF99D}"/>
          </ac:cxnSpMkLst>
        </pc:cxnChg>
      </pc:sldChg>
      <pc:sldChg chg="addSp delSp modSp new mod ord setBg">
        <pc:chgData name="HIDAYATHULLAH M (CRGL-THIRDPARTY.COM)" userId="96e56d11-4679-4de4-ba1c-663dfd039490" providerId="ADAL" clId="{D7F1F0A4-BBD8-394E-8FEF-995C398118D0}" dt="2024-06-13T09:59:35.057" v="168" actId="20578"/>
        <pc:sldMkLst>
          <pc:docMk/>
          <pc:sldMk cId="1803163788" sldId="273"/>
        </pc:sldMkLst>
        <pc:spChg chg="mod">
          <ac:chgData name="HIDAYATHULLAH M (CRGL-THIRDPARTY.COM)" userId="96e56d11-4679-4de4-ba1c-663dfd039490" providerId="ADAL" clId="{D7F1F0A4-BBD8-394E-8FEF-995C398118D0}" dt="2024-06-13T09:59:05.932" v="167" actId="26606"/>
          <ac:spMkLst>
            <pc:docMk/>
            <pc:sldMk cId="1803163788" sldId="273"/>
            <ac:spMk id="2" creationId="{3772D5FD-1738-08CA-F754-E8FFCC038D28}"/>
          </ac:spMkLst>
        </pc:spChg>
        <pc:spChg chg="add del mod">
          <ac:chgData name="HIDAYATHULLAH M (CRGL-THIRDPARTY.COM)" userId="96e56d11-4679-4de4-ba1c-663dfd039490" providerId="ADAL" clId="{D7F1F0A4-BBD8-394E-8FEF-995C398118D0}" dt="2024-06-13T09:59:05.932" v="167" actId="26606"/>
          <ac:spMkLst>
            <pc:docMk/>
            <pc:sldMk cId="1803163788" sldId="273"/>
            <ac:spMk id="3" creationId="{86512BD1-4251-3F62-54CF-FDDB65BDC455}"/>
          </ac:spMkLst>
        </pc:spChg>
        <pc:spChg chg="add del">
          <ac:chgData name="HIDAYATHULLAH M (CRGL-THIRDPARTY.COM)" userId="96e56d11-4679-4de4-ba1c-663dfd039490" providerId="ADAL" clId="{D7F1F0A4-BBD8-394E-8FEF-995C398118D0}" dt="2024-06-13T09:58:50.268" v="164" actId="26606"/>
          <ac:spMkLst>
            <pc:docMk/>
            <pc:sldMk cId="1803163788" sldId="273"/>
            <ac:spMk id="8" creationId="{B6CDA21F-E7AF-4C75-8395-33F58D5B0E45}"/>
          </ac:spMkLst>
        </pc:spChg>
        <pc:spChg chg="add del">
          <ac:chgData name="HIDAYATHULLAH M (CRGL-THIRDPARTY.COM)" userId="96e56d11-4679-4de4-ba1c-663dfd039490" providerId="ADAL" clId="{D7F1F0A4-BBD8-394E-8FEF-995C398118D0}" dt="2024-06-13T09:58:39.916" v="162" actId="26606"/>
          <ac:spMkLst>
            <pc:docMk/>
            <pc:sldMk cId="1803163788" sldId="273"/>
            <ac:spMk id="9" creationId="{AE2B703B-46F9-481A-A605-82E2A828C4FA}"/>
          </ac:spMkLst>
        </pc:spChg>
        <pc:spChg chg="add del">
          <ac:chgData name="HIDAYATHULLAH M (CRGL-THIRDPARTY.COM)" userId="96e56d11-4679-4de4-ba1c-663dfd039490" providerId="ADAL" clId="{D7F1F0A4-BBD8-394E-8FEF-995C398118D0}" dt="2024-06-13T09:58:39.916" v="162" actId="26606"/>
          <ac:spMkLst>
            <pc:docMk/>
            <pc:sldMk cId="1803163788" sldId="273"/>
            <ac:spMk id="11" creationId="{F13BE4D7-0C3D-4906-B230-A1C5B4665CCF}"/>
          </ac:spMkLst>
        </pc:spChg>
        <pc:spChg chg="add del">
          <ac:chgData name="HIDAYATHULLAH M (CRGL-THIRDPARTY.COM)" userId="96e56d11-4679-4de4-ba1c-663dfd039490" providerId="ADAL" clId="{D7F1F0A4-BBD8-394E-8FEF-995C398118D0}" dt="2024-06-13T09:58:50.268" v="164" actId="26606"/>
          <ac:spMkLst>
            <pc:docMk/>
            <pc:sldMk cId="1803163788" sldId="273"/>
            <ac:spMk id="15" creationId="{D5B0017B-2ECA-49AF-B397-DC140825DF8D}"/>
          </ac:spMkLst>
        </pc:spChg>
        <pc:spChg chg="add del">
          <ac:chgData name="HIDAYATHULLAH M (CRGL-THIRDPARTY.COM)" userId="96e56d11-4679-4de4-ba1c-663dfd039490" providerId="ADAL" clId="{D7F1F0A4-BBD8-394E-8FEF-995C398118D0}" dt="2024-06-13T09:58:50.268" v="164" actId="26606"/>
          <ac:spMkLst>
            <pc:docMk/>
            <pc:sldMk cId="1803163788" sldId="273"/>
            <ac:spMk id="16" creationId="{86512BD1-4251-3F62-54CF-FDDB65BDC455}"/>
          </ac:spMkLst>
        </pc:spChg>
        <pc:spChg chg="add del">
          <ac:chgData name="HIDAYATHULLAH M (CRGL-THIRDPARTY.COM)" userId="96e56d11-4679-4de4-ba1c-663dfd039490" providerId="ADAL" clId="{D7F1F0A4-BBD8-394E-8FEF-995C398118D0}" dt="2024-06-13T09:59:05.920" v="166" actId="26606"/>
          <ac:spMkLst>
            <pc:docMk/>
            <pc:sldMk cId="1803163788" sldId="273"/>
            <ac:spMk id="19" creationId="{AE2B703B-46F9-481A-A605-82E2A828C4FA}"/>
          </ac:spMkLst>
        </pc:spChg>
        <pc:spChg chg="add del">
          <ac:chgData name="HIDAYATHULLAH M (CRGL-THIRDPARTY.COM)" userId="96e56d11-4679-4de4-ba1c-663dfd039490" providerId="ADAL" clId="{D7F1F0A4-BBD8-394E-8FEF-995C398118D0}" dt="2024-06-13T09:59:05.920" v="166" actId="26606"/>
          <ac:spMkLst>
            <pc:docMk/>
            <pc:sldMk cId="1803163788" sldId="273"/>
            <ac:spMk id="20" creationId="{F13BE4D7-0C3D-4906-B230-A1C5B4665CCF}"/>
          </ac:spMkLst>
        </pc:spChg>
        <pc:spChg chg="add">
          <ac:chgData name="HIDAYATHULLAH M (CRGL-THIRDPARTY.COM)" userId="96e56d11-4679-4de4-ba1c-663dfd039490" providerId="ADAL" clId="{D7F1F0A4-BBD8-394E-8FEF-995C398118D0}" dt="2024-06-13T09:59:05.932" v="167" actId="26606"/>
          <ac:spMkLst>
            <pc:docMk/>
            <pc:sldMk cId="1803163788" sldId="273"/>
            <ac:spMk id="23" creationId="{2E442304-DDBD-4F7B-8017-36BCC863FB40}"/>
          </ac:spMkLst>
        </pc:spChg>
        <pc:spChg chg="add">
          <ac:chgData name="HIDAYATHULLAH M (CRGL-THIRDPARTY.COM)" userId="96e56d11-4679-4de4-ba1c-663dfd039490" providerId="ADAL" clId="{D7F1F0A4-BBD8-394E-8FEF-995C398118D0}" dt="2024-06-13T09:59:05.932" v="167" actId="26606"/>
          <ac:spMkLst>
            <pc:docMk/>
            <pc:sldMk cId="1803163788" sldId="273"/>
            <ac:spMk id="24" creationId="{5E107275-3853-46FD-A241-DE4355A42675}"/>
          </ac:spMkLst>
        </pc:spChg>
        <pc:grpChg chg="add del">
          <ac:chgData name="HIDAYATHULLAH M (CRGL-THIRDPARTY.COM)" userId="96e56d11-4679-4de4-ba1c-663dfd039490" providerId="ADAL" clId="{D7F1F0A4-BBD8-394E-8FEF-995C398118D0}" dt="2024-06-13T09:58:50.268" v="164" actId="26606"/>
          <ac:grpSpMkLst>
            <pc:docMk/>
            <pc:sldMk cId="1803163788" sldId="273"/>
            <ac:grpSpMk id="10" creationId="{AE1C45F0-260A-458C-96ED-C1F6D2151219}"/>
          </ac:grpSpMkLst>
        </pc:grpChg>
        <pc:graphicFrameChg chg="add del">
          <ac:chgData name="HIDAYATHULLAH M (CRGL-THIRDPARTY.COM)" userId="96e56d11-4679-4de4-ba1c-663dfd039490" providerId="ADAL" clId="{D7F1F0A4-BBD8-394E-8FEF-995C398118D0}" dt="2024-06-13T09:58:39.916" v="162" actId="26606"/>
          <ac:graphicFrameMkLst>
            <pc:docMk/>
            <pc:sldMk cId="1803163788" sldId="273"/>
            <ac:graphicFrameMk id="5" creationId="{A8C848DB-22EA-C3DE-1B2B-2ADF8A67482F}"/>
          </ac:graphicFrameMkLst>
        </pc:graphicFrameChg>
        <pc:graphicFrameChg chg="add del">
          <ac:chgData name="HIDAYATHULLAH M (CRGL-THIRDPARTY.COM)" userId="96e56d11-4679-4de4-ba1c-663dfd039490" providerId="ADAL" clId="{D7F1F0A4-BBD8-394E-8FEF-995C398118D0}" dt="2024-06-13T09:59:05.920" v="166" actId="26606"/>
          <ac:graphicFrameMkLst>
            <pc:docMk/>
            <pc:sldMk cId="1803163788" sldId="273"/>
            <ac:graphicFrameMk id="21" creationId="{A8C848DB-22EA-C3DE-1B2B-2ADF8A67482F}"/>
          </ac:graphicFrameMkLst>
        </pc:graphicFrameChg>
        <pc:graphicFrameChg chg="add">
          <ac:chgData name="HIDAYATHULLAH M (CRGL-THIRDPARTY.COM)" userId="96e56d11-4679-4de4-ba1c-663dfd039490" providerId="ADAL" clId="{D7F1F0A4-BBD8-394E-8FEF-995C398118D0}" dt="2024-06-13T09:59:05.932" v="167" actId="26606"/>
          <ac:graphicFrameMkLst>
            <pc:docMk/>
            <pc:sldMk cId="1803163788" sldId="273"/>
            <ac:graphicFrameMk id="25" creationId="{D7CA5EB4-E51F-6942-6A42-695F02D2353C}"/>
          </ac:graphicFrameMkLst>
        </pc:graphicFrameChg>
        <pc:cxnChg chg="add del">
          <ac:chgData name="HIDAYATHULLAH M (CRGL-THIRDPARTY.COM)" userId="96e56d11-4679-4de4-ba1c-663dfd039490" providerId="ADAL" clId="{D7F1F0A4-BBD8-394E-8FEF-995C398118D0}" dt="2024-06-13T09:58:50.268" v="164" actId="26606"/>
          <ac:cxnSpMkLst>
            <pc:docMk/>
            <pc:sldMk cId="1803163788" sldId="273"/>
            <ac:cxnSpMk id="17" creationId="{6CF1BAF6-AD41-4082-B212-8A1F9A2E8779}"/>
          </ac:cxnSpMkLst>
        </pc:cxnChg>
      </pc:sldChg>
      <pc:sldChg chg="addSp delSp modSp new mod setBg">
        <pc:chgData name="HIDAYATHULLAH M (CRGL-THIRDPARTY.COM)" userId="96e56d11-4679-4de4-ba1c-663dfd039490" providerId="ADAL" clId="{D7F1F0A4-BBD8-394E-8FEF-995C398118D0}" dt="2024-06-13T10:00:50.434" v="176" actId="26606"/>
        <pc:sldMkLst>
          <pc:docMk/>
          <pc:sldMk cId="3167924825" sldId="274"/>
        </pc:sldMkLst>
        <pc:spChg chg="mod">
          <ac:chgData name="HIDAYATHULLAH M (CRGL-THIRDPARTY.COM)" userId="96e56d11-4679-4de4-ba1c-663dfd039490" providerId="ADAL" clId="{D7F1F0A4-BBD8-394E-8FEF-995C398118D0}" dt="2024-06-13T10:00:50.434" v="176" actId="26606"/>
          <ac:spMkLst>
            <pc:docMk/>
            <pc:sldMk cId="3167924825" sldId="274"/>
            <ac:spMk id="2" creationId="{4971AF41-C8C3-328F-F385-50216DFC6D41}"/>
          </ac:spMkLst>
        </pc:spChg>
        <pc:spChg chg="del mod">
          <ac:chgData name="HIDAYATHULLAH M (CRGL-THIRDPARTY.COM)" userId="96e56d11-4679-4de4-ba1c-663dfd039490" providerId="ADAL" clId="{D7F1F0A4-BBD8-394E-8FEF-995C398118D0}" dt="2024-06-13T10:00:36.895" v="175" actId="26606"/>
          <ac:spMkLst>
            <pc:docMk/>
            <pc:sldMk cId="3167924825" sldId="274"/>
            <ac:spMk id="3" creationId="{A8B86EB8-48DC-9F63-DABC-999D73329B17}"/>
          </ac:spMkLst>
        </pc:spChg>
        <pc:spChg chg="add del">
          <ac:chgData name="HIDAYATHULLAH M (CRGL-THIRDPARTY.COM)" userId="96e56d11-4679-4de4-ba1c-663dfd039490" providerId="ADAL" clId="{D7F1F0A4-BBD8-394E-8FEF-995C398118D0}" dt="2024-06-13T10:00:50.434" v="176" actId="26606"/>
          <ac:spMkLst>
            <pc:docMk/>
            <pc:sldMk cId="3167924825" sldId="274"/>
            <ac:spMk id="9" creationId="{AE2B703B-46F9-481A-A605-82E2A828C4FA}"/>
          </ac:spMkLst>
        </pc:spChg>
        <pc:spChg chg="add del">
          <ac:chgData name="HIDAYATHULLAH M (CRGL-THIRDPARTY.COM)" userId="96e56d11-4679-4de4-ba1c-663dfd039490" providerId="ADAL" clId="{D7F1F0A4-BBD8-394E-8FEF-995C398118D0}" dt="2024-06-13T10:00:50.434" v="176" actId="26606"/>
          <ac:spMkLst>
            <pc:docMk/>
            <pc:sldMk cId="3167924825" sldId="274"/>
            <ac:spMk id="11" creationId="{F13BE4D7-0C3D-4906-B230-A1C5B4665CCF}"/>
          </ac:spMkLst>
        </pc:spChg>
        <pc:spChg chg="add">
          <ac:chgData name="HIDAYATHULLAH M (CRGL-THIRDPARTY.COM)" userId="96e56d11-4679-4de4-ba1c-663dfd039490" providerId="ADAL" clId="{D7F1F0A4-BBD8-394E-8FEF-995C398118D0}" dt="2024-06-13T10:00:50.434" v="176" actId="26606"/>
          <ac:spMkLst>
            <pc:docMk/>
            <pc:sldMk cId="3167924825" sldId="274"/>
            <ac:spMk id="16" creationId="{53B021B3-DE93-4AB7-8A18-CF5F1CED88B8}"/>
          </ac:spMkLst>
        </pc:spChg>
        <pc:spChg chg="add">
          <ac:chgData name="HIDAYATHULLAH M (CRGL-THIRDPARTY.COM)" userId="96e56d11-4679-4de4-ba1c-663dfd039490" providerId="ADAL" clId="{D7F1F0A4-BBD8-394E-8FEF-995C398118D0}" dt="2024-06-13T10:00:50.434" v="176" actId="26606"/>
          <ac:spMkLst>
            <pc:docMk/>
            <pc:sldMk cId="3167924825" sldId="274"/>
            <ac:spMk id="18" creationId="{52D502E5-F6B4-4D58-B4AE-FC466FF15EE8}"/>
          </ac:spMkLst>
        </pc:spChg>
        <pc:spChg chg="add">
          <ac:chgData name="HIDAYATHULLAH M (CRGL-THIRDPARTY.COM)" userId="96e56d11-4679-4de4-ba1c-663dfd039490" providerId="ADAL" clId="{D7F1F0A4-BBD8-394E-8FEF-995C398118D0}" dt="2024-06-13T10:00:50.434" v="176" actId="26606"/>
          <ac:spMkLst>
            <pc:docMk/>
            <pc:sldMk cId="3167924825" sldId="274"/>
            <ac:spMk id="20" creationId="{9DECDBF4-02B6-4BB4-B65B-B8107AD6A9E8}"/>
          </ac:spMkLst>
        </pc:spChg>
        <pc:graphicFrameChg chg="add mod modGraphic">
          <ac:chgData name="HIDAYATHULLAH M (CRGL-THIRDPARTY.COM)" userId="96e56d11-4679-4de4-ba1c-663dfd039490" providerId="ADAL" clId="{D7F1F0A4-BBD8-394E-8FEF-995C398118D0}" dt="2024-06-13T10:00:50.434" v="176" actId="26606"/>
          <ac:graphicFrameMkLst>
            <pc:docMk/>
            <pc:sldMk cId="3167924825" sldId="274"/>
            <ac:graphicFrameMk id="5" creationId="{D206810C-EBCE-3F58-1158-ABEA3A763FBF}"/>
          </ac:graphicFrameMkLst>
        </pc:graphicFrameChg>
      </pc:sldChg>
      <pc:sldChg chg="addSp delSp modSp new mod ord setBg">
        <pc:chgData name="HIDAYATHULLAH M (CRGL-THIRDPARTY.COM)" userId="96e56d11-4679-4de4-ba1c-663dfd039490" providerId="ADAL" clId="{D7F1F0A4-BBD8-394E-8FEF-995C398118D0}" dt="2024-06-13T10:01:15.472" v="179" actId="26606"/>
        <pc:sldMkLst>
          <pc:docMk/>
          <pc:sldMk cId="2944530326" sldId="275"/>
        </pc:sldMkLst>
        <pc:spChg chg="mod">
          <ac:chgData name="HIDAYATHULLAH M (CRGL-THIRDPARTY.COM)" userId="96e56d11-4679-4de4-ba1c-663dfd039490" providerId="ADAL" clId="{D7F1F0A4-BBD8-394E-8FEF-995C398118D0}" dt="2024-06-13T10:01:15.470" v="178" actId="26606"/>
          <ac:spMkLst>
            <pc:docMk/>
            <pc:sldMk cId="2944530326" sldId="275"/>
            <ac:spMk id="2" creationId="{164AFC10-27CB-7DFA-8B80-724E5747B0E0}"/>
          </ac:spMkLst>
        </pc:spChg>
        <pc:spChg chg="mod">
          <ac:chgData name="HIDAYATHULLAH M (CRGL-THIRDPARTY.COM)" userId="96e56d11-4679-4de4-ba1c-663dfd039490" providerId="ADAL" clId="{D7F1F0A4-BBD8-394E-8FEF-995C398118D0}" dt="2024-06-13T10:01:15.470" v="178" actId="26606"/>
          <ac:spMkLst>
            <pc:docMk/>
            <pc:sldMk cId="2944530326" sldId="275"/>
            <ac:spMk id="3" creationId="{A8CBE539-B624-8428-FB88-C0866515D766}"/>
          </ac:spMkLst>
        </pc:spChg>
        <pc:spChg chg="add del">
          <ac:chgData name="HIDAYATHULLAH M (CRGL-THIRDPARTY.COM)" userId="96e56d11-4679-4de4-ba1c-663dfd039490" providerId="ADAL" clId="{D7F1F0A4-BBD8-394E-8FEF-995C398118D0}" dt="2024-06-13T10:01:15.472" v="179" actId="26606"/>
          <ac:spMkLst>
            <pc:docMk/>
            <pc:sldMk cId="2944530326" sldId="275"/>
            <ac:spMk id="8" creationId="{B6CDA21F-E7AF-4C75-8395-33F58D5B0E45}"/>
          </ac:spMkLst>
        </pc:spChg>
        <pc:spChg chg="add del">
          <ac:chgData name="HIDAYATHULLAH M (CRGL-THIRDPARTY.COM)" userId="96e56d11-4679-4de4-ba1c-663dfd039490" providerId="ADAL" clId="{D7F1F0A4-BBD8-394E-8FEF-995C398118D0}" dt="2024-06-13T10:01:15.472" v="179" actId="26606"/>
          <ac:spMkLst>
            <pc:docMk/>
            <pc:sldMk cId="2944530326" sldId="275"/>
            <ac:spMk id="15" creationId="{D5B0017B-2ECA-49AF-B397-DC140825DF8D}"/>
          </ac:spMkLst>
        </pc:spChg>
        <pc:spChg chg="add del">
          <ac:chgData name="HIDAYATHULLAH M (CRGL-THIRDPARTY.COM)" userId="96e56d11-4679-4de4-ba1c-663dfd039490" providerId="ADAL" clId="{D7F1F0A4-BBD8-394E-8FEF-995C398118D0}" dt="2024-06-13T10:01:15.470" v="178" actId="26606"/>
          <ac:spMkLst>
            <pc:docMk/>
            <pc:sldMk cId="2944530326" sldId="275"/>
            <ac:spMk id="22" creationId="{DAF1966E-FD40-4A4A-B61B-C4DF7FA05F06}"/>
          </ac:spMkLst>
        </pc:spChg>
        <pc:spChg chg="add del">
          <ac:chgData name="HIDAYATHULLAH M (CRGL-THIRDPARTY.COM)" userId="96e56d11-4679-4de4-ba1c-663dfd039490" providerId="ADAL" clId="{D7F1F0A4-BBD8-394E-8FEF-995C398118D0}" dt="2024-06-13T10:01:15.470" v="178" actId="26606"/>
          <ac:spMkLst>
            <pc:docMk/>
            <pc:sldMk cId="2944530326" sldId="275"/>
            <ac:spMk id="24" creationId="{047BFA19-D45E-416B-A404-7AF2F3F27017}"/>
          </ac:spMkLst>
        </pc:spChg>
        <pc:spChg chg="add del">
          <ac:chgData name="HIDAYATHULLAH M (CRGL-THIRDPARTY.COM)" userId="96e56d11-4679-4de4-ba1c-663dfd039490" providerId="ADAL" clId="{D7F1F0A4-BBD8-394E-8FEF-995C398118D0}" dt="2024-06-13T10:01:15.470" v="178" actId="26606"/>
          <ac:spMkLst>
            <pc:docMk/>
            <pc:sldMk cId="2944530326" sldId="275"/>
            <ac:spMk id="26" creationId="{8E0105E7-23DB-4CF2-8258-FF47C7620F6E}"/>
          </ac:spMkLst>
        </pc:spChg>
        <pc:spChg chg="add del">
          <ac:chgData name="HIDAYATHULLAH M (CRGL-THIRDPARTY.COM)" userId="96e56d11-4679-4de4-ba1c-663dfd039490" providerId="ADAL" clId="{D7F1F0A4-BBD8-394E-8FEF-995C398118D0}" dt="2024-06-13T10:01:15.470" v="178" actId="26606"/>
          <ac:spMkLst>
            <pc:docMk/>
            <pc:sldMk cId="2944530326" sldId="275"/>
            <ac:spMk id="28" creationId="{074B4F7D-14B2-478B-8BF5-01E4E0C5D263}"/>
          </ac:spMkLst>
        </pc:spChg>
        <pc:spChg chg="add">
          <ac:chgData name="HIDAYATHULLAH M (CRGL-THIRDPARTY.COM)" userId="96e56d11-4679-4de4-ba1c-663dfd039490" providerId="ADAL" clId="{D7F1F0A4-BBD8-394E-8FEF-995C398118D0}" dt="2024-06-13T10:01:15.472" v="179" actId="26606"/>
          <ac:spMkLst>
            <pc:docMk/>
            <pc:sldMk cId="2944530326" sldId="275"/>
            <ac:spMk id="29" creationId="{D5B0017B-2ECA-49AF-B397-DC140825DF8D}"/>
          </ac:spMkLst>
        </pc:spChg>
        <pc:spChg chg="add">
          <ac:chgData name="HIDAYATHULLAH M (CRGL-THIRDPARTY.COM)" userId="96e56d11-4679-4de4-ba1c-663dfd039490" providerId="ADAL" clId="{D7F1F0A4-BBD8-394E-8FEF-995C398118D0}" dt="2024-06-13T10:01:15.472" v="179" actId="26606"/>
          <ac:spMkLst>
            <pc:docMk/>
            <pc:sldMk cId="2944530326" sldId="275"/>
            <ac:spMk id="30" creationId="{B6CDA21F-E7AF-4C75-8395-33F58D5B0E45}"/>
          </ac:spMkLst>
        </pc:spChg>
        <pc:grpChg chg="add del">
          <ac:chgData name="HIDAYATHULLAH M (CRGL-THIRDPARTY.COM)" userId="96e56d11-4679-4de4-ba1c-663dfd039490" providerId="ADAL" clId="{D7F1F0A4-BBD8-394E-8FEF-995C398118D0}" dt="2024-06-13T10:01:15.472" v="179" actId="26606"/>
          <ac:grpSpMkLst>
            <pc:docMk/>
            <pc:sldMk cId="2944530326" sldId="275"/>
            <ac:grpSpMk id="10" creationId="{AE1C45F0-260A-458C-96ED-C1F6D2151219}"/>
          </ac:grpSpMkLst>
        </pc:grpChg>
        <pc:grpChg chg="add">
          <ac:chgData name="HIDAYATHULLAH M (CRGL-THIRDPARTY.COM)" userId="96e56d11-4679-4de4-ba1c-663dfd039490" providerId="ADAL" clId="{D7F1F0A4-BBD8-394E-8FEF-995C398118D0}" dt="2024-06-13T10:01:15.472" v="179" actId="26606"/>
          <ac:grpSpMkLst>
            <pc:docMk/>
            <pc:sldMk cId="2944530326" sldId="275"/>
            <ac:grpSpMk id="32" creationId="{AE1C45F0-260A-458C-96ED-C1F6D2151219}"/>
          </ac:grpSpMkLst>
        </pc:grpChg>
        <pc:cxnChg chg="add del">
          <ac:chgData name="HIDAYATHULLAH M (CRGL-THIRDPARTY.COM)" userId="96e56d11-4679-4de4-ba1c-663dfd039490" providerId="ADAL" clId="{D7F1F0A4-BBD8-394E-8FEF-995C398118D0}" dt="2024-06-13T10:01:15.472" v="179" actId="26606"/>
          <ac:cxnSpMkLst>
            <pc:docMk/>
            <pc:sldMk cId="2944530326" sldId="275"/>
            <ac:cxnSpMk id="17" creationId="{6CF1BAF6-AD41-4082-B212-8A1F9A2E8779}"/>
          </ac:cxnSpMkLst>
        </pc:cxnChg>
        <pc:cxnChg chg="add">
          <ac:chgData name="HIDAYATHULLAH M (CRGL-THIRDPARTY.COM)" userId="96e56d11-4679-4de4-ba1c-663dfd039490" providerId="ADAL" clId="{D7F1F0A4-BBD8-394E-8FEF-995C398118D0}" dt="2024-06-13T10:01:15.472" v="179" actId="26606"/>
          <ac:cxnSpMkLst>
            <pc:docMk/>
            <pc:sldMk cId="2944530326" sldId="275"/>
            <ac:cxnSpMk id="31" creationId="{6CF1BAF6-AD41-4082-B212-8A1F9A2E8779}"/>
          </ac:cxnSpMkLst>
        </pc:cxnChg>
      </pc:sldChg>
      <pc:sldChg chg="addSp delSp modSp new add del mod setBg">
        <pc:chgData name="HIDAYATHULLAH M (CRGL-THIRDPARTY.COM)" userId="96e56d11-4679-4de4-ba1c-663dfd039490" providerId="ADAL" clId="{D7F1F0A4-BBD8-394E-8FEF-995C398118D0}" dt="2024-06-13T10:01:28.596" v="180" actId="26606"/>
        <pc:sldMkLst>
          <pc:docMk/>
          <pc:sldMk cId="2857500516" sldId="276"/>
        </pc:sldMkLst>
        <pc:spChg chg="mod">
          <ac:chgData name="HIDAYATHULLAH M (CRGL-THIRDPARTY.COM)" userId="96e56d11-4679-4de4-ba1c-663dfd039490" providerId="ADAL" clId="{D7F1F0A4-BBD8-394E-8FEF-995C398118D0}" dt="2024-06-13T10:01:28.596" v="180" actId="26606"/>
          <ac:spMkLst>
            <pc:docMk/>
            <pc:sldMk cId="2857500516" sldId="276"/>
            <ac:spMk id="2" creationId="{40946671-61BB-61D1-473F-4F5260B59333}"/>
          </ac:spMkLst>
        </pc:spChg>
        <pc:spChg chg="del mod">
          <ac:chgData name="HIDAYATHULLAH M (CRGL-THIRDPARTY.COM)" userId="96e56d11-4679-4de4-ba1c-663dfd039490" providerId="ADAL" clId="{D7F1F0A4-BBD8-394E-8FEF-995C398118D0}" dt="2024-06-13T10:01:28.596" v="180" actId="26606"/>
          <ac:spMkLst>
            <pc:docMk/>
            <pc:sldMk cId="2857500516" sldId="276"/>
            <ac:spMk id="3" creationId="{BF51A214-B407-9199-6A52-90FFC68C7DE6}"/>
          </ac:spMkLst>
        </pc:spChg>
        <pc:spChg chg="add">
          <ac:chgData name="HIDAYATHULLAH M (CRGL-THIRDPARTY.COM)" userId="96e56d11-4679-4de4-ba1c-663dfd039490" providerId="ADAL" clId="{D7F1F0A4-BBD8-394E-8FEF-995C398118D0}" dt="2024-06-13T10:01:28.596" v="180" actId="26606"/>
          <ac:spMkLst>
            <pc:docMk/>
            <pc:sldMk cId="2857500516" sldId="276"/>
            <ac:spMk id="9" creationId="{53B021B3-DE93-4AB7-8A18-CF5F1CED88B8}"/>
          </ac:spMkLst>
        </pc:spChg>
        <pc:spChg chg="add">
          <ac:chgData name="HIDAYATHULLAH M (CRGL-THIRDPARTY.COM)" userId="96e56d11-4679-4de4-ba1c-663dfd039490" providerId="ADAL" clId="{D7F1F0A4-BBD8-394E-8FEF-995C398118D0}" dt="2024-06-13T10:01:28.596" v="180" actId="26606"/>
          <ac:spMkLst>
            <pc:docMk/>
            <pc:sldMk cId="2857500516" sldId="276"/>
            <ac:spMk id="11" creationId="{52D502E5-F6B4-4D58-B4AE-FC466FF15EE8}"/>
          </ac:spMkLst>
        </pc:spChg>
        <pc:spChg chg="add">
          <ac:chgData name="HIDAYATHULLAH M (CRGL-THIRDPARTY.COM)" userId="96e56d11-4679-4de4-ba1c-663dfd039490" providerId="ADAL" clId="{D7F1F0A4-BBD8-394E-8FEF-995C398118D0}" dt="2024-06-13T10:01:28.596" v="180" actId="26606"/>
          <ac:spMkLst>
            <pc:docMk/>
            <pc:sldMk cId="2857500516" sldId="276"/>
            <ac:spMk id="13" creationId="{9DECDBF4-02B6-4BB4-B65B-B8107AD6A9E8}"/>
          </ac:spMkLst>
        </pc:spChg>
        <pc:graphicFrameChg chg="add">
          <ac:chgData name="HIDAYATHULLAH M (CRGL-THIRDPARTY.COM)" userId="96e56d11-4679-4de4-ba1c-663dfd039490" providerId="ADAL" clId="{D7F1F0A4-BBD8-394E-8FEF-995C398118D0}" dt="2024-06-13T10:01:28.596" v="180" actId="26606"/>
          <ac:graphicFrameMkLst>
            <pc:docMk/>
            <pc:sldMk cId="2857500516" sldId="276"/>
            <ac:graphicFrameMk id="5" creationId="{F58B4C38-5F81-9126-EBEC-C42C7FDA5AFD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36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32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36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8.svg"/><Relationship Id="rId1" Type="http://schemas.openxmlformats.org/officeDocument/2006/relationships/image" Target="../media/image37.png"/><Relationship Id="rId4" Type="http://schemas.openxmlformats.org/officeDocument/2006/relationships/image" Target="../media/image32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127D9F-298E-47B8-B969-1BC96D5049D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018E7054-D09C-41FF-8E66-D360DCE51BC8}">
      <dgm:prSet/>
      <dgm:spPr/>
      <dgm:t>
        <a:bodyPr/>
        <a:lstStyle/>
        <a:p>
          <a:r>
            <a:rPr lang="en-IN"/>
            <a:t>A large language model (LLM) developed by Google AI</a:t>
          </a:r>
          <a:endParaRPr lang="en-US"/>
        </a:p>
      </dgm:t>
    </dgm:pt>
    <dgm:pt modelId="{C9472E5B-2C17-4711-A43A-766AA073D1F2}" type="parTrans" cxnId="{F535D5F8-3CE5-41EB-987A-1581CB8DB5B3}">
      <dgm:prSet/>
      <dgm:spPr/>
      <dgm:t>
        <a:bodyPr/>
        <a:lstStyle/>
        <a:p>
          <a:endParaRPr lang="en-US"/>
        </a:p>
      </dgm:t>
    </dgm:pt>
    <dgm:pt modelId="{6C91B049-FC74-4DA6-A1FC-BDF8489F16E0}" type="sibTrans" cxnId="{F535D5F8-3CE5-41EB-987A-1581CB8DB5B3}">
      <dgm:prSet/>
      <dgm:spPr/>
      <dgm:t>
        <a:bodyPr/>
        <a:lstStyle/>
        <a:p>
          <a:endParaRPr lang="en-US"/>
        </a:p>
      </dgm:t>
    </dgm:pt>
    <dgm:pt modelId="{6901EC64-DAE4-4FF7-929A-C3F2EFE10C40}">
      <dgm:prSet/>
      <dgm:spPr/>
      <dgm:t>
        <a:bodyPr/>
        <a:lstStyle/>
        <a:p>
          <a:r>
            <a:rPr lang="en-IN"/>
            <a:t>Trained on a massive dataset of text and code</a:t>
          </a:r>
          <a:endParaRPr lang="en-US"/>
        </a:p>
      </dgm:t>
    </dgm:pt>
    <dgm:pt modelId="{E7DB3BCD-CBA4-4594-812A-594AD16EF1AB}" type="parTrans" cxnId="{567461A5-DD17-40B7-9405-E1D6C1B2F23D}">
      <dgm:prSet/>
      <dgm:spPr/>
      <dgm:t>
        <a:bodyPr/>
        <a:lstStyle/>
        <a:p>
          <a:endParaRPr lang="en-US"/>
        </a:p>
      </dgm:t>
    </dgm:pt>
    <dgm:pt modelId="{9E3721F1-94B7-456E-844E-B7B825F1EDA8}" type="sibTrans" cxnId="{567461A5-DD17-40B7-9405-E1D6C1B2F23D}">
      <dgm:prSet/>
      <dgm:spPr/>
      <dgm:t>
        <a:bodyPr/>
        <a:lstStyle/>
        <a:p>
          <a:endParaRPr lang="en-US"/>
        </a:p>
      </dgm:t>
    </dgm:pt>
    <dgm:pt modelId="{4DCA1709-6F52-43D8-83AF-464E74B254B6}">
      <dgm:prSet/>
      <dgm:spPr/>
      <dgm:t>
        <a:bodyPr/>
        <a:lstStyle/>
        <a:p>
          <a:r>
            <a:rPr lang="en-IN"/>
            <a:t>Capable of generating text, translating languages, writing different kinds of creative content, and answering your questions in an informative way</a:t>
          </a:r>
          <a:endParaRPr lang="en-US"/>
        </a:p>
      </dgm:t>
    </dgm:pt>
    <dgm:pt modelId="{780C8FA4-3670-46A8-9AF2-EE28FE4A2694}" type="parTrans" cxnId="{8639301F-65EE-4490-86BC-30283AEBE493}">
      <dgm:prSet/>
      <dgm:spPr/>
      <dgm:t>
        <a:bodyPr/>
        <a:lstStyle/>
        <a:p>
          <a:endParaRPr lang="en-US"/>
        </a:p>
      </dgm:t>
    </dgm:pt>
    <dgm:pt modelId="{AAA749C0-D800-4112-B9CE-6289159FB8D7}" type="sibTrans" cxnId="{8639301F-65EE-4490-86BC-30283AEBE493}">
      <dgm:prSet/>
      <dgm:spPr/>
      <dgm:t>
        <a:bodyPr/>
        <a:lstStyle/>
        <a:p>
          <a:endParaRPr lang="en-US"/>
        </a:p>
      </dgm:t>
    </dgm:pt>
    <dgm:pt modelId="{FEAA4EA1-EBD3-4233-AABA-9191A94757A6}" type="pres">
      <dgm:prSet presAssocID="{17127D9F-298E-47B8-B969-1BC96D5049D0}" presName="root" presStyleCnt="0">
        <dgm:presLayoutVars>
          <dgm:dir/>
          <dgm:resizeHandles val="exact"/>
        </dgm:presLayoutVars>
      </dgm:prSet>
      <dgm:spPr/>
    </dgm:pt>
    <dgm:pt modelId="{90CC1C2F-AB30-4D5C-903A-622C39AACBEB}" type="pres">
      <dgm:prSet presAssocID="{018E7054-D09C-41FF-8E66-D360DCE51BC8}" presName="compNode" presStyleCnt="0"/>
      <dgm:spPr/>
    </dgm:pt>
    <dgm:pt modelId="{281E4349-05B1-45B8-9632-20C0E8245706}" type="pres">
      <dgm:prSet presAssocID="{018E7054-D09C-41FF-8E66-D360DCE51BC8}" presName="bgRect" presStyleLbl="bgShp" presStyleIdx="0" presStyleCnt="3"/>
      <dgm:spPr/>
    </dgm:pt>
    <dgm:pt modelId="{27AEE50A-E6BC-4E02-AEFA-A615EE7F6F31}" type="pres">
      <dgm:prSet presAssocID="{018E7054-D09C-41FF-8E66-D360DCE51BC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D2A6479A-F89E-4F1A-BAEC-7BF3D0C5865D}" type="pres">
      <dgm:prSet presAssocID="{018E7054-D09C-41FF-8E66-D360DCE51BC8}" presName="spaceRect" presStyleCnt="0"/>
      <dgm:spPr/>
    </dgm:pt>
    <dgm:pt modelId="{EFBA1A95-15F3-4959-ABC6-83F9C5578FA7}" type="pres">
      <dgm:prSet presAssocID="{018E7054-D09C-41FF-8E66-D360DCE51BC8}" presName="parTx" presStyleLbl="revTx" presStyleIdx="0" presStyleCnt="3">
        <dgm:presLayoutVars>
          <dgm:chMax val="0"/>
          <dgm:chPref val="0"/>
        </dgm:presLayoutVars>
      </dgm:prSet>
      <dgm:spPr/>
    </dgm:pt>
    <dgm:pt modelId="{2189263A-A7B3-4A30-96E5-974C127D03EA}" type="pres">
      <dgm:prSet presAssocID="{6C91B049-FC74-4DA6-A1FC-BDF8489F16E0}" presName="sibTrans" presStyleCnt="0"/>
      <dgm:spPr/>
    </dgm:pt>
    <dgm:pt modelId="{0E246584-3F24-414A-B70A-CA411BBFAE54}" type="pres">
      <dgm:prSet presAssocID="{6901EC64-DAE4-4FF7-929A-C3F2EFE10C40}" presName="compNode" presStyleCnt="0"/>
      <dgm:spPr/>
    </dgm:pt>
    <dgm:pt modelId="{A89000D5-3AC5-4541-A745-1FC9C11C9E35}" type="pres">
      <dgm:prSet presAssocID="{6901EC64-DAE4-4FF7-929A-C3F2EFE10C40}" presName="bgRect" presStyleLbl="bgShp" presStyleIdx="1" presStyleCnt="3"/>
      <dgm:spPr/>
    </dgm:pt>
    <dgm:pt modelId="{F421BD0E-9123-4450-AF36-D3325670371B}" type="pres">
      <dgm:prSet presAssocID="{6901EC64-DAE4-4FF7-929A-C3F2EFE10C4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B18D7DE-E406-47A1-AADB-B282122BE539}" type="pres">
      <dgm:prSet presAssocID="{6901EC64-DAE4-4FF7-929A-C3F2EFE10C40}" presName="spaceRect" presStyleCnt="0"/>
      <dgm:spPr/>
    </dgm:pt>
    <dgm:pt modelId="{BEB9C625-662D-43F0-8AA6-FBC7E1474CBD}" type="pres">
      <dgm:prSet presAssocID="{6901EC64-DAE4-4FF7-929A-C3F2EFE10C40}" presName="parTx" presStyleLbl="revTx" presStyleIdx="1" presStyleCnt="3">
        <dgm:presLayoutVars>
          <dgm:chMax val="0"/>
          <dgm:chPref val="0"/>
        </dgm:presLayoutVars>
      </dgm:prSet>
      <dgm:spPr/>
    </dgm:pt>
    <dgm:pt modelId="{472AA4A0-0BC1-4581-BA6C-6B3D52774010}" type="pres">
      <dgm:prSet presAssocID="{9E3721F1-94B7-456E-844E-B7B825F1EDA8}" presName="sibTrans" presStyleCnt="0"/>
      <dgm:spPr/>
    </dgm:pt>
    <dgm:pt modelId="{A5F3F712-5EFE-475F-98FD-CC11667189D0}" type="pres">
      <dgm:prSet presAssocID="{4DCA1709-6F52-43D8-83AF-464E74B254B6}" presName="compNode" presStyleCnt="0"/>
      <dgm:spPr/>
    </dgm:pt>
    <dgm:pt modelId="{671DF3E9-0BBF-4A49-AA88-19B814F8A5D6}" type="pres">
      <dgm:prSet presAssocID="{4DCA1709-6F52-43D8-83AF-464E74B254B6}" presName="bgRect" presStyleLbl="bgShp" presStyleIdx="2" presStyleCnt="3"/>
      <dgm:spPr/>
    </dgm:pt>
    <dgm:pt modelId="{AE7F2E23-8131-4CE7-9AC9-24B677EE9A78}" type="pres">
      <dgm:prSet presAssocID="{4DCA1709-6F52-43D8-83AF-464E74B254B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Book"/>
        </a:ext>
      </dgm:extLst>
    </dgm:pt>
    <dgm:pt modelId="{0F0C4584-C792-4016-BED1-FD99C40D9B95}" type="pres">
      <dgm:prSet presAssocID="{4DCA1709-6F52-43D8-83AF-464E74B254B6}" presName="spaceRect" presStyleCnt="0"/>
      <dgm:spPr/>
    </dgm:pt>
    <dgm:pt modelId="{37921EE1-5542-4869-B10E-A3FC1BCF1C47}" type="pres">
      <dgm:prSet presAssocID="{4DCA1709-6F52-43D8-83AF-464E74B254B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29C0A15-D517-445F-8506-4C95B9F34291}" type="presOf" srcId="{17127D9F-298E-47B8-B969-1BC96D5049D0}" destId="{FEAA4EA1-EBD3-4233-AABA-9191A94757A6}" srcOrd="0" destOrd="0" presId="urn:microsoft.com/office/officeart/2018/2/layout/IconVerticalSolidList"/>
    <dgm:cxn modelId="{EE88C418-C24E-4899-8B25-B44A2776BBE8}" type="presOf" srcId="{4DCA1709-6F52-43D8-83AF-464E74B254B6}" destId="{37921EE1-5542-4869-B10E-A3FC1BCF1C47}" srcOrd="0" destOrd="0" presId="urn:microsoft.com/office/officeart/2018/2/layout/IconVerticalSolidList"/>
    <dgm:cxn modelId="{8639301F-65EE-4490-86BC-30283AEBE493}" srcId="{17127D9F-298E-47B8-B969-1BC96D5049D0}" destId="{4DCA1709-6F52-43D8-83AF-464E74B254B6}" srcOrd="2" destOrd="0" parTransId="{780C8FA4-3670-46A8-9AF2-EE28FE4A2694}" sibTransId="{AAA749C0-D800-4112-B9CE-6289159FB8D7}"/>
    <dgm:cxn modelId="{D1B9AC3F-045D-4030-80A5-A0BE0025446D}" type="presOf" srcId="{018E7054-D09C-41FF-8E66-D360DCE51BC8}" destId="{EFBA1A95-15F3-4959-ABC6-83F9C5578FA7}" srcOrd="0" destOrd="0" presId="urn:microsoft.com/office/officeart/2018/2/layout/IconVerticalSolidList"/>
    <dgm:cxn modelId="{6A5D4187-6A9F-4B12-BE8E-D76FBE3A15FD}" type="presOf" srcId="{6901EC64-DAE4-4FF7-929A-C3F2EFE10C40}" destId="{BEB9C625-662D-43F0-8AA6-FBC7E1474CBD}" srcOrd="0" destOrd="0" presId="urn:microsoft.com/office/officeart/2018/2/layout/IconVerticalSolidList"/>
    <dgm:cxn modelId="{567461A5-DD17-40B7-9405-E1D6C1B2F23D}" srcId="{17127D9F-298E-47B8-B969-1BC96D5049D0}" destId="{6901EC64-DAE4-4FF7-929A-C3F2EFE10C40}" srcOrd="1" destOrd="0" parTransId="{E7DB3BCD-CBA4-4594-812A-594AD16EF1AB}" sibTransId="{9E3721F1-94B7-456E-844E-B7B825F1EDA8}"/>
    <dgm:cxn modelId="{F535D5F8-3CE5-41EB-987A-1581CB8DB5B3}" srcId="{17127D9F-298E-47B8-B969-1BC96D5049D0}" destId="{018E7054-D09C-41FF-8E66-D360DCE51BC8}" srcOrd="0" destOrd="0" parTransId="{C9472E5B-2C17-4711-A43A-766AA073D1F2}" sibTransId="{6C91B049-FC74-4DA6-A1FC-BDF8489F16E0}"/>
    <dgm:cxn modelId="{03282A11-5025-4E88-85D4-34A124683EE1}" type="presParOf" srcId="{FEAA4EA1-EBD3-4233-AABA-9191A94757A6}" destId="{90CC1C2F-AB30-4D5C-903A-622C39AACBEB}" srcOrd="0" destOrd="0" presId="urn:microsoft.com/office/officeart/2018/2/layout/IconVerticalSolidList"/>
    <dgm:cxn modelId="{C68B543B-04D8-4265-83AA-1775A2A2E29E}" type="presParOf" srcId="{90CC1C2F-AB30-4D5C-903A-622C39AACBEB}" destId="{281E4349-05B1-45B8-9632-20C0E8245706}" srcOrd="0" destOrd="0" presId="urn:microsoft.com/office/officeart/2018/2/layout/IconVerticalSolidList"/>
    <dgm:cxn modelId="{11796F3E-E462-470E-9359-86CADE357C34}" type="presParOf" srcId="{90CC1C2F-AB30-4D5C-903A-622C39AACBEB}" destId="{27AEE50A-E6BC-4E02-AEFA-A615EE7F6F31}" srcOrd="1" destOrd="0" presId="urn:microsoft.com/office/officeart/2018/2/layout/IconVerticalSolidList"/>
    <dgm:cxn modelId="{C7CEF4AF-F696-4C83-A321-6DA365B4F6C0}" type="presParOf" srcId="{90CC1C2F-AB30-4D5C-903A-622C39AACBEB}" destId="{D2A6479A-F89E-4F1A-BAEC-7BF3D0C5865D}" srcOrd="2" destOrd="0" presId="urn:microsoft.com/office/officeart/2018/2/layout/IconVerticalSolidList"/>
    <dgm:cxn modelId="{DAFD1D11-286C-4B3B-BBC3-D4A48611E8F6}" type="presParOf" srcId="{90CC1C2F-AB30-4D5C-903A-622C39AACBEB}" destId="{EFBA1A95-15F3-4959-ABC6-83F9C5578FA7}" srcOrd="3" destOrd="0" presId="urn:microsoft.com/office/officeart/2018/2/layout/IconVerticalSolidList"/>
    <dgm:cxn modelId="{1A030820-770C-4107-93CF-BB257A916FBD}" type="presParOf" srcId="{FEAA4EA1-EBD3-4233-AABA-9191A94757A6}" destId="{2189263A-A7B3-4A30-96E5-974C127D03EA}" srcOrd="1" destOrd="0" presId="urn:microsoft.com/office/officeart/2018/2/layout/IconVerticalSolidList"/>
    <dgm:cxn modelId="{787A7C47-0F4F-4F17-9347-754E6DA6A92D}" type="presParOf" srcId="{FEAA4EA1-EBD3-4233-AABA-9191A94757A6}" destId="{0E246584-3F24-414A-B70A-CA411BBFAE54}" srcOrd="2" destOrd="0" presId="urn:microsoft.com/office/officeart/2018/2/layout/IconVerticalSolidList"/>
    <dgm:cxn modelId="{3B9E87DC-46D3-46D0-A0BD-12AA54C7871C}" type="presParOf" srcId="{0E246584-3F24-414A-B70A-CA411BBFAE54}" destId="{A89000D5-3AC5-4541-A745-1FC9C11C9E35}" srcOrd="0" destOrd="0" presId="urn:microsoft.com/office/officeart/2018/2/layout/IconVerticalSolidList"/>
    <dgm:cxn modelId="{8A9A87EC-3E77-4CE8-8466-AB8565E1EBE4}" type="presParOf" srcId="{0E246584-3F24-414A-B70A-CA411BBFAE54}" destId="{F421BD0E-9123-4450-AF36-D3325670371B}" srcOrd="1" destOrd="0" presId="urn:microsoft.com/office/officeart/2018/2/layout/IconVerticalSolidList"/>
    <dgm:cxn modelId="{1BCB0005-89D2-419A-BA33-7DF98C6933E1}" type="presParOf" srcId="{0E246584-3F24-414A-B70A-CA411BBFAE54}" destId="{8B18D7DE-E406-47A1-AADB-B282122BE539}" srcOrd="2" destOrd="0" presId="urn:microsoft.com/office/officeart/2018/2/layout/IconVerticalSolidList"/>
    <dgm:cxn modelId="{7919393E-3F86-4683-A46B-E3C559EC5536}" type="presParOf" srcId="{0E246584-3F24-414A-B70A-CA411BBFAE54}" destId="{BEB9C625-662D-43F0-8AA6-FBC7E1474CBD}" srcOrd="3" destOrd="0" presId="urn:microsoft.com/office/officeart/2018/2/layout/IconVerticalSolidList"/>
    <dgm:cxn modelId="{163D1F74-F989-40F4-AA6C-57B30CBA65EE}" type="presParOf" srcId="{FEAA4EA1-EBD3-4233-AABA-9191A94757A6}" destId="{472AA4A0-0BC1-4581-BA6C-6B3D52774010}" srcOrd="3" destOrd="0" presId="urn:microsoft.com/office/officeart/2018/2/layout/IconVerticalSolidList"/>
    <dgm:cxn modelId="{78688CF8-7627-4D9E-9041-44145DFA7406}" type="presParOf" srcId="{FEAA4EA1-EBD3-4233-AABA-9191A94757A6}" destId="{A5F3F712-5EFE-475F-98FD-CC11667189D0}" srcOrd="4" destOrd="0" presId="urn:microsoft.com/office/officeart/2018/2/layout/IconVerticalSolidList"/>
    <dgm:cxn modelId="{20ACC47C-BC77-41E8-BDF3-231078AD50F6}" type="presParOf" srcId="{A5F3F712-5EFE-475F-98FD-CC11667189D0}" destId="{671DF3E9-0BBF-4A49-AA88-19B814F8A5D6}" srcOrd="0" destOrd="0" presId="urn:microsoft.com/office/officeart/2018/2/layout/IconVerticalSolidList"/>
    <dgm:cxn modelId="{F7082340-DDF5-4BBB-B974-87F68B427AA6}" type="presParOf" srcId="{A5F3F712-5EFE-475F-98FD-CC11667189D0}" destId="{AE7F2E23-8131-4CE7-9AC9-24B677EE9A78}" srcOrd="1" destOrd="0" presId="urn:microsoft.com/office/officeart/2018/2/layout/IconVerticalSolidList"/>
    <dgm:cxn modelId="{72F07D9D-BDC8-4F04-818E-40DEA473C810}" type="presParOf" srcId="{A5F3F712-5EFE-475F-98FD-CC11667189D0}" destId="{0F0C4584-C792-4016-BED1-FD99C40D9B95}" srcOrd="2" destOrd="0" presId="urn:microsoft.com/office/officeart/2018/2/layout/IconVerticalSolidList"/>
    <dgm:cxn modelId="{17AD8F3C-5A39-4A85-86A4-92143D594CB5}" type="presParOf" srcId="{A5F3F712-5EFE-475F-98FD-CC11667189D0}" destId="{37921EE1-5542-4869-B10E-A3FC1BCF1C4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CEF739-F8AB-409B-9F65-DE9C444751E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32FD57-7089-47EF-8CF1-B35470D195EB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Code generation and assistance:</a:t>
          </a:r>
          <a:r>
            <a:rPr lang="en-IN"/>
            <a:t> Generate boilerplate code, suggest improvements, and complete code based on prompts.</a:t>
          </a:r>
          <a:endParaRPr lang="en-US"/>
        </a:p>
      </dgm:t>
    </dgm:pt>
    <dgm:pt modelId="{847DB33C-CCC5-4501-B613-E513DF19A6AF}" type="parTrans" cxnId="{597FCA79-F760-48D4-B14C-6D7BB5151841}">
      <dgm:prSet/>
      <dgm:spPr/>
      <dgm:t>
        <a:bodyPr/>
        <a:lstStyle/>
        <a:p>
          <a:endParaRPr lang="en-US"/>
        </a:p>
      </dgm:t>
    </dgm:pt>
    <dgm:pt modelId="{174B3A2B-7070-4A08-A871-26EBF5DD67E9}" type="sibTrans" cxnId="{597FCA79-F760-48D4-B14C-6D7BB5151841}">
      <dgm:prSet/>
      <dgm:spPr/>
      <dgm:t>
        <a:bodyPr/>
        <a:lstStyle/>
        <a:p>
          <a:endParaRPr lang="en-US"/>
        </a:p>
      </dgm:t>
    </dgm:pt>
    <dgm:pt modelId="{D221AAD9-1FA9-4D8F-A134-43B0D0835D18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Documentation generation:</a:t>
          </a:r>
          <a:r>
            <a:rPr lang="en-IN"/>
            <a:t> Automatically generate documentation for your code.</a:t>
          </a:r>
          <a:endParaRPr lang="en-US"/>
        </a:p>
      </dgm:t>
    </dgm:pt>
    <dgm:pt modelId="{83DD1B2D-37D3-4995-8C12-F549AD60C9A0}" type="parTrans" cxnId="{766A84F5-5277-4197-8499-2121E752C857}">
      <dgm:prSet/>
      <dgm:spPr/>
      <dgm:t>
        <a:bodyPr/>
        <a:lstStyle/>
        <a:p>
          <a:endParaRPr lang="en-US"/>
        </a:p>
      </dgm:t>
    </dgm:pt>
    <dgm:pt modelId="{F44662C5-77C5-43F4-A4F9-B01434D0D8DA}" type="sibTrans" cxnId="{766A84F5-5277-4197-8499-2121E752C857}">
      <dgm:prSet/>
      <dgm:spPr/>
      <dgm:t>
        <a:bodyPr/>
        <a:lstStyle/>
        <a:p>
          <a:endParaRPr lang="en-US"/>
        </a:p>
      </dgm:t>
    </dgm:pt>
    <dgm:pt modelId="{14153A96-90BA-4F7E-84E9-F5E7DCDC64A3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Testing assistance:</a:t>
          </a:r>
          <a:r>
            <a:rPr lang="en-IN"/>
            <a:t> Write unit tests and identify potential bugs in your code.</a:t>
          </a:r>
          <a:endParaRPr lang="en-US"/>
        </a:p>
      </dgm:t>
    </dgm:pt>
    <dgm:pt modelId="{5F12E162-29C5-4C5B-B826-3448580BC874}" type="parTrans" cxnId="{1043F9D9-7A77-43B2-A3E0-FF86C6DC5504}">
      <dgm:prSet/>
      <dgm:spPr/>
      <dgm:t>
        <a:bodyPr/>
        <a:lstStyle/>
        <a:p>
          <a:endParaRPr lang="en-US"/>
        </a:p>
      </dgm:t>
    </dgm:pt>
    <dgm:pt modelId="{DB196EFE-77B7-4D40-96CC-2975B7016F2F}" type="sibTrans" cxnId="{1043F9D9-7A77-43B2-A3E0-FF86C6DC5504}">
      <dgm:prSet/>
      <dgm:spPr/>
      <dgm:t>
        <a:bodyPr/>
        <a:lstStyle/>
        <a:p>
          <a:endParaRPr lang="en-US"/>
        </a:p>
      </dgm:t>
    </dgm:pt>
    <dgm:pt modelId="{07C21646-594D-48E8-BCD9-69B7B57FCA19}">
      <dgm:prSet/>
      <dgm:spPr/>
      <dgm:t>
        <a:bodyPr/>
        <a:lstStyle/>
        <a:p>
          <a:pPr>
            <a:lnSpc>
              <a:spcPct val="100000"/>
            </a:lnSpc>
          </a:pPr>
          <a:r>
            <a:rPr lang="en-IN" b="1"/>
            <a:t>Information retrieval:</a:t>
          </a:r>
          <a:r>
            <a:rPr lang="en-IN"/>
            <a:t> Quickly access relevant information and resources during development.</a:t>
          </a:r>
          <a:endParaRPr lang="en-US"/>
        </a:p>
      </dgm:t>
    </dgm:pt>
    <dgm:pt modelId="{77EAB8F1-B9E5-40D9-885C-57B733B191A9}" type="parTrans" cxnId="{EFE4A667-1C1E-4055-840E-A563BE4F2376}">
      <dgm:prSet/>
      <dgm:spPr/>
      <dgm:t>
        <a:bodyPr/>
        <a:lstStyle/>
        <a:p>
          <a:endParaRPr lang="en-US"/>
        </a:p>
      </dgm:t>
    </dgm:pt>
    <dgm:pt modelId="{AD1C1A42-493D-438A-AA5D-86B1EE439BFD}" type="sibTrans" cxnId="{EFE4A667-1C1E-4055-840E-A563BE4F2376}">
      <dgm:prSet/>
      <dgm:spPr/>
      <dgm:t>
        <a:bodyPr/>
        <a:lstStyle/>
        <a:p>
          <a:endParaRPr lang="en-US"/>
        </a:p>
      </dgm:t>
    </dgm:pt>
    <dgm:pt modelId="{478D9FF4-7C93-47BA-BC4E-B95EE3CA985A}" type="pres">
      <dgm:prSet presAssocID="{34CEF739-F8AB-409B-9F65-DE9C444751E3}" presName="root" presStyleCnt="0">
        <dgm:presLayoutVars>
          <dgm:dir/>
          <dgm:resizeHandles val="exact"/>
        </dgm:presLayoutVars>
      </dgm:prSet>
      <dgm:spPr/>
    </dgm:pt>
    <dgm:pt modelId="{96B89DFD-812B-45E6-A771-9D350191B6A9}" type="pres">
      <dgm:prSet presAssocID="{AE32FD57-7089-47EF-8CF1-B35470D195EB}" presName="compNode" presStyleCnt="0"/>
      <dgm:spPr/>
    </dgm:pt>
    <dgm:pt modelId="{5F3BF902-ED39-4AB2-B3F3-D6DDED422A87}" type="pres">
      <dgm:prSet presAssocID="{AE32FD57-7089-47EF-8CF1-B35470D195EB}" presName="bgRect" presStyleLbl="bgShp" presStyleIdx="0" presStyleCnt="4"/>
      <dgm:spPr/>
    </dgm:pt>
    <dgm:pt modelId="{CF09BA41-9F52-4E9A-B39A-6560DC86D65A}" type="pres">
      <dgm:prSet presAssocID="{AE32FD57-7089-47EF-8CF1-B35470D195E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7FB953D4-BAA4-4808-90F0-22A3A6D7900E}" type="pres">
      <dgm:prSet presAssocID="{AE32FD57-7089-47EF-8CF1-B35470D195EB}" presName="spaceRect" presStyleCnt="0"/>
      <dgm:spPr/>
    </dgm:pt>
    <dgm:pt modelId="{715709BE-C486-47F1-B58D-AD42620E550C}" type="pres">
      <dgm:prSet presAssocID="{AE32FD57-7089-47EF-8CF1-B35470D195EB}" presName="parTx" presStyleLbl="revTx" presStyleIdx="0" presStyleCnt="4">
        <dgm:presLayoutVars>
          <dgm:chMax val="0"/>
          <dgm:chPref val="0"/>
        </dgm:presLayoutVars>
      </dgm:prSet>
      <dgm:spPr/>
    </dgm:pt>
    <dgm:pt modelId="{997CD74E-347E-4000-9CDE-960B5733C78C}" type="pres">
      <dgm:prSet presAssocID="{174B3A2B-7070-4A08-A871-26EBF5DD67E9}" presName="sibTrans" presStyleCnt="0"/>
      <dgm:spPr/>
    </dgm:pt>
    <dgm:pt modelId="{80418C22-2DEB-48D8-A327-70DABBA94278}" type="pres">
      <dgm:prSet presAssocID="{D221AAD9-1FA9-4D8F-A134-43B0D0835D18}" presName="compNode" presStyleCnt="0"/>
      <dgm:spPr/>
    </dgm:pt>
    <dgm:pt modelId="{C4B46F41-60EB-4C79-88B2-A05FABCA1E80}" type="pres">
      <dgm:prSet presAssocID="{D221AAD9-1FA9-4D8F-A134-43B0D0835D18}" presName="bgRect" presStyleLbl="bgShp" presStyleIdx="1" presStyleCnt="4"/>
      <dgm:spPr/>
    </dgm:pt>
    <dgm:pt modelId="{4ED44E79-F951-473A-BADA-4687EF66673A}" type="pres">
      <dgm:prSet presAssocID="{D221AAD9-1FA9-4D8F-A134-43B0D0835D1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D82F6CB-B7FE-46DD-AEB4-A2DF20A734C2}" type="pres">
      <dgm:prSet presAssocID="{D221AAD9-1FA9-4D8F-A134-43B0D0835D18}" presName="spaceRect" presStyleCnt="0"/>
      <dgm:spPr/>
    </dgm:pt>
    <dgm:pt modelId="{7CB690A7-7C48-4280-BAF3-76282C4C4069}" type="pres">
      <dgm:prSet presAssocID="{D221AAD9-1FA9-4D8F-A134-43B0D0835D18}" presName="parTx" presStyleLbl="revTx" presStyleIdx="1" presStyleCnt="4">
        <dgm:presLayoutVars>
          <dgm:chMax val="0"/>
          <dgm:chPref val="0"/>
        </dgm:presLayoutVars>
      </dgm:prSet>
      <dgm:spPr/>
    </dgm:pt>
    <dgm:pt modelId="{B8DA9B0C-CE18-4052-8FB9-0E61F1880419}" type="pres">
      <dgm:prSet presAssocID="{F44662C5-77C5-43F4-A4F9-B01434D0D8DA}" presName="sibTrans" presStyleCnt="0"/>
      <dgm:spPr/>
    </dgm:pt>
    <dgm:pt modelId="{A684D958-C974-4ECF-96EB-4F03CC6518D9}" type="pres">
      <dgm:prSet presAssocID="{14153A96-90BA-4F7E-84E9-F5E7DCDC64A3}" presName="compNode" presStyleCnt="0"/>
      <dgm:spPr/>
    </dgm:pt>
    <dgm:pt modelId="{834341F1-723C-40BA-80FA-3AB1D6BD85FD}" type="pres">
      <dgm:prSet presAssocID="{14153A96-90BA-4F7E-84E9-F5E7DCDC64A3}" presName="bgRect" presStyleLbl="bgShp" presStyleIdx="2" presStyleCnt="4"/>
      <dgm:spPr/>
    </dgm:pt>
    <dgm:pt modelId="{0B8D6AC9-A078-45E6-AAB4-5446F6B56B36}" type="pres">
      <dgm:prSet presAssocID="{14153A96-90BA-4F7E-84E9-F5E7DCDC64A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168215CC-02DF-4DA0-A0AE-ADF75D7DBFAC}" type="pres">
      <dgm:prSet presAssocID="{14153A96-90BA-4F7E-84E9-F5E7DCDC64A3}" presName="spaceRect" presStyleCnt="0"/>
      <dgm:spPr/>
    </dgm:pt>
    <dgm:pt modelId="{55C436D0-271E-41AD-9ABA-C67E6336BEE8}" type="pres">
      <dgm:prSet presAssocID="{14153A96-90BA-4F7E-84E9-F5E7DCDC64A3}" presName="parTx" presStyleLbl="revTx" presStyleIdx="2" presStyleCnt="4">
        <dgm:presLayoutVars>
          <dgm:chMax val="0"/>
          <dgm:chPref val="0"/>
        </dgm:presLayoutVars>
      </dgm:prSet>
      <dgm:spPr/>
    </dgm:pt>
    <dgm:pt modelId="{20F7F30E-BB12-457D-A437-44D412B5547D}" type="pres">
      <dgm:prSet presAssocID="{DB196EFE-77B7-4D40-96CC-2975B7016F2F}" presName="sibTrans" presStyleCnt="0"/>
      <dgm:spPr/>
    </dgm:pt>
    <dgm:pt modelId="{A627F80F-14BA-497F-A615-32CD550BBD3A}" type="pres">
      <dgm:prSet presAssocID="{07C21646-594D-48E8-BCD9-69B7B57FCA19}" presName="compNode" presStyleCnt="0"/>
      <dgm:spPr/>
    </dgm:pt>
    <dgm:pt modelId="{78C531A4-7920-46D1-93AF-3E7A77F34F58}" type="pres">
      <dgm:prSet presAssocID="{07C21646-594D-48E8-BCD9-69B7B57FCA19}" presName="bgRect" presStyleLbl="bgShp" presStyleIdx="3" presStyleCnt="4"/>
      <dgm:spPr/>
    </dgm:pt>
    <dgm:pt modelId="{F6E3651A-B9E9-492C-A44F-D79507FA0C32}" type="pres">
      <dgm:prSet presAssocID="{07C21646-594D-48E8-BCD9-69B7B57FCA1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551A7AC-B396-42C3-B29C-DA06C8DB9838}" type="pres">
      <dgm:prSet presAssocID="{07C21646-594D-48E8-BCD9-69B7B57FCA19}" presName="spaceRect" presStyleCnt="0"/>
      <dgm:spPr/>
    </dgm:pt>
    <dgm:pt modelId="{3FA47626-936B-435F-BD5C-CE18F3B4208D}" type="pres">
      <dgm:prSet presAssocID="{07C21646-594D-48E8-BCD9-69B7B57FCA19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3438711-D670-6645-9818-13751D3FF1EE}" type="presOf" srcId="{D221AAD9-1FA9-4D8F-A134-43B0D0835D18}" destId="{7CB690A7-7C48-4280-BAF3-76282C4C4069}" srcOrd="0" destOrd="0" presId="urn:microsoft.com/office/officeart/2018/2/layout/IconVerticalSolidList"/>
    <dgm:cxn modelId="{7819742F-C655-2E4B-9542-46814C4E8FF6}" type="presOf" srcId="{AE32FD57-7089-47EF-8CF1-B35470D195EB}" destId="{715709BE-C486-47F1-B58D-AD42620E550C}" srcOrd="0" destOrd="0" presId="urn:microsoft.com/office/officeart/2018/2/layout/IconVerticalSolidList"/>
    <dgm:cxn modelId="{81E55567-596C-C54A-A8E9-5F9CEC0084AB}" type="presOf" srcId="{07C21646-594D-48E8-BCD9-69B7B57FCA19}" destId="{3FA47626-936B-435F-BD5C-CE18F3B4208D}" srcOrd="0" destOrd="0" presId="urn:microsoft.com/office/officeart/2018/2/layout/IconVerticalSolidList"/>
    <dgm:cxn modelId="{EFE4A667-1C1E-4055-840E-A563BE4F2376}" srcId="{34CEF739-F8AB-409B-9F65-DE9C444751E3}" destId="{07C21646-594D-48E8-BCD9-69B7B57FCA19}" srcOrd="3" destOrd="0" parTransId="{77EAB8F1-B9E5-40D9-885C-57B733B191A9}" sibTransId="{AD1C1A42-493D-438A-AA5D-86B1EE439BFD}"/>
    <dgm:cxn modelId="{597FCA79-F760-48D4-B14C-6D7BB5151841}" srcId="{34CEF739-F8AB-409B-9F65-DE9C444751E3}" destId="{AE32FD57-7089-47EF-8CF1-B35470D195EB}" srcOrd="0" destOrd="0" parTransId="{847DB33C-CCC5-4501-B613-E513DF19A6AF}" sibTransId="{174B3A2B-7070-4A08-A871-26EBF5DD67E9}"/>
    <dgm:cxn modelId="{83DD4B7A-6EB5-8846-BA6E-7ECC1E06782D}" type="presOf" srcId="{14153A96-90BA-4F7E-84E9-F5E7DCDC64A3}" destId="{55C436D0-271E-41AD-9ABA-C67E6336BEE8}" srcOrd="0" destOrd="0" presId="urn:microsoft.com/office/officeart/2018/2/layout/IconVerticalSolidList"/>
    <dgm:cxn modelId="{1043F9D9-7A77-43B2-A3E0-FF86C6DC5504}" srcId="{34CEF739-F8AB-409B-9F65-DE9C444751E3}" destId="{14153A96-90BA-4F7E-84E9-F5E7DCDC64A3}" srcOrd="2" destOrd="0" parTransId="{5F12E162-29C5-4C5B-B826-3448580BC874}" sibTransId="{DB196EFE-77B7-4D40-96CC-2975B7016F2F}"/>
    <dgm:cxn modelId="{766A84F5-5277-4197-8499-2121E752C857}" srcId="{34CEF739-F8AB-409B-9F65-DE9C444751E3}" destId="{D221AAD9-1FA9-4D8F-A134-43B0D0835D18}" srcOrd="1" destOrd="0" parTransId="{83DD1B2D-37D3-4995-8C12-F549AD60C9A0}" sibTransId="{F44662C5-77C5-43F4-A4F9-B01434D0D8DA}"/>
    <dgm:cxn modelId="{A3856FF9-593E-B14B-8768-77BCC5F84F8F}" type="presOf" srcId="{34CEF739-F8AB-409B-9F65-DE9C444751E3}" destId="{478D9FF4-7C93-47BA-BC4E-B95EE3CA985A}" srcOrd="0" destOrd="0" presId="urn:microsoft.com/office/officeart/2018/2/layout/IconVerticalSolidList"/>
    <dgm:cxn modelId="{AEC358A8-F44F-ED43-BE9D-6F13B9F4C6A5}" type="presParOf" srcId="{478D9FF4-7C93-47BA-BC4E-B95EE3CA985A}" destId="{96B89DFD-812B-45E6-A771-9D350191B6A9}" srcOrd="0" destOrd="0" presId="urn:microsoft.com/office/officeart/2018/2/layout/IconVerticalSolidList"/>
    <dgm:cxn modelId="{E5A9962C-61A6-5E4B-8851-D550CEA858CC}" type="presParOf" srcId="{96B89DFD-812B-45E6-A771-9D350191B6A9}" destId="{5F3BF902-ED39-4AB2-B3F3-D6DDED422A87}" srcOrd="0" destOrd="0" presId="urn:microsoft.com/office/officeart/2018/2/layout/IconVerticalSolidList"/>
    <dgm:cxn modelId="{EC1F29E0-ED18-4F4C-AE55-A4646CEA3B77}" type="presParOf" srcId="{96B89DFD-812B-45E6-A771-9D350191B6A9}" destId="{CF09BA41-9F52-4E9A-B39A-6560DC86D65A}" srcOrd="1" destOrd="0" presId="urn:microsoft.com/office/officeart/2018/2/layout/IconVerticalSolidList"/>
    <dgm:cxn modelId="{39D0591B-34DC-E645-A5C5-9E8419947807}" type="presParOf" srcId="{96B89DFD-812B-45E6-A771-9D350191B6A9}" destId="{7FB953D4-BAA4-4808-90F0-22A3A6D7900E}" srcOrd="2" destOrd="0" presId="urn:microsoft.com/office/officeart/2018/2/layout/IconVerticalSolidList"/>
    <dgm:cxn modelId="{094F41F2-95F2-6947-ABA0-73E3BAAC5729}" type="presParOf" srcId="{96B89DFD-812B-45E6-A771-9D350191B6A9}" destId="{715709BE-C486-47F1-B58D-AD42620E550C}" srcOrd="3" destOrd="0" presId="urn:microsoft.com/office/officeart/2018/2/layout/IconVerticalSolidList"/>
    <dgm:cxn modelId="{EA4BFF4C-915F-DE44-971D-D203CDC757AA}" type="presParOf" srcId="{478D9FF4-7C93-47BA-BC4E-B95EE3CA985A}" destId="{997CD74E-347E-4000-9CDE-960B5733C78C}" srcOrd="1" destOrd="0" presId="urn:microsoft.com/office/officeart/2018/2/layout/IconVerticalSolidList"/>
    <dgm:cxn modelId="{7B6A3BAD-33C7-0B4F-97CE-8A5326A51120}" type="presParOf" srcId="{478D9FF4-7C93-47BA-BC4E-B95EE3CA985A}" destId="{80418C22-2DEB-48D8-A327-70DABBA94278}" srcOrd="2" destOrd="0" presId="urn:microsoft.com/office/officeart/2018/2/layout/IconVerticalSolidList"/>
    <dgm:cxn modelId="{E15FF0F1-5230-7D48-A2CC-9230EDD21E0F}" type="presParOf" srcId="{80418C22-2DEB-48D8-A327-70DABBA94278}" destId="{C4B46F41-60EB-4C79-88B2-A05FABCA1E80}" srcOrd="0" destOrd="0" presId="urn:microsoft.com/office/officeart/2018/2/layout/IconVerticalSolidList"/>
    <dgm:cxn modelId="{D62F08E4-11C4-164F-9A9D-AAE6E0981517}" type="presParOf" srcId="{80418C22-2DEB-48D8-A327-70DABBA94278}" destId="{4ED44E79-F951-473A-BADA-4687EF66673A}" srcOrd="1" destOrd="0" presId="urn:microsoft.com/office/officeart/2018/2/layout/IconVerticalSolidList"/>
    <dgm:cxn modelId="{9D4F5ACB-5C43-D74B-A8F4-CD35CED604FF}" type="presParOf" srcId="{80418C22-2DEB-48D8-A327-70DABBA94278}" destId="{1D82F6CB-B7FE-46DD-AEB4-A2DF20A734C2}" srcOrd="2" destOrd="0" presId="urn:microsoft.com/office/officeart/2018/2/layout/IconVerticalSolidList"/>
    <dgm:cxn modelId="{236BEC26-05D8-FD47-A338-853B0AB5EEA5}" type="presParOf" srcId="{80418C22-2DEB-48D8-A327-70DABBA94278}" destId="{7CB690A7-7C48-4280-BAF3-76282C4C4069}" srcOrd="3" destOrd="0" presId="urn:microsoft.com/office/officeart/2018/2/layout/IconVerticalSolidList"/>
    <dgm:cxn modelId="{97D5964C-D6AD-7948-A0F9-9F8C4DCF0DE6}" type="presParOf" srcId="{478D9FF4-7C93-47BA-BC4E-B95EE3CA985A}" destId="{B8DA9B0C-CE18-4052-8FB9-0E61F1880419}" srcOrd="3" destOrd="0" presId="urn:microsoft.com/office/officeart/2018/2/layout/IconVerticalSolidList"/>
    <dgm:cxn modelId="{2826432A-2FEE-B34E-B0C0-79EA2BC9F0A9}" type="presParOf" srcId="{478D9FF4-7C93-47BA-BC4E-B95EE3CA985A}" destId="{A684D958-C974-4ECF-96EB-4F03CC6518D9}" srcOrd="4" destOrd="0" presId="urn:microsoft.com/office/officeart/2018/2/layout/IconVerticalSolidList"/>
    <dgm:cxn modelId="{07EB0A69-BC57-9146-BD35-B7763544C91A}" type="presParOf" srcId="{A684D958-C974-4ECF-96EB-4F03CC6518D9}" destId="{834341F1-723C-40BA-80FA-3AB1D6BD85FD}" srcOrd="0" destOrd="0" presId="urn:microsoft.com/office/officeart/2018/2/layout/IconVerticalSolidList"/>
    <dgm:cxn modelId="{37484284-4F14-534F-9A9E-6B01387BE661}" type="presParOf" srcId="{A684D958-C974-4ECF-96EB-4F03CC6518D9}" destId="{0B8D6AC9-A078-45E6-AAB4-5446F6B56B36}" srcOrd="1" destOrd="0" presId="urn:microsoft.com/office/officeart/2018/2/layout/IconVerticalSolidList"/>
    <dgm:cxn modelId="{8B6FC0D8-0133-E447-AC40-858EF229DBA2}" type="presParOf" srcId="{A684D958-C974-4ECF-96EB-4F03CC6518D9}" destId="{168215CC-02DF-4DA0-A0AE-ADF75D7DBFAC}" srcOrd="2" destOrd="0" presId="urn:microsoft.com/office/officeart/2018/2/layout/IconVerticalSolidList"/>
    <dgm:cxn modelId="{F499187B-DB81-344E-8578-211712072878}" type="presParOf" srcId="{A684D958-C974-4ECF-96EB-4F03CC6518D9}" destId="{55C436D0-271E-41AD-9ABA-C67E6336BEE8}" srcOrd="3" destOrd="0" presId="urn:microsoft.com/office/officeart/2018/2/layout/IconVerticalSolidList"/>
    <dgm:cxn modelId="{D8C832D6-5A1A-E846-8BF9-43923A2E234E}" type="presParOf" srcId="{478D9FF4-7C93-47BA-BC4E-B95EE3CA985A}" destId="{20F7F30E-BB12-457D-A437-44D412B5547D}" srcOrd="5" destOrd="0" presId="urn:microsoft.com/office/officeart/2018/2/layout/IconVerticalSolidList"/>
    <dgm:cxn modelId="{269F359C-0704-464D-B602-6FB69FD01F4E}" type="presParOf" srcId="{478D9FF4-7C93-47BA-BC4E-B95EE3CA985A}" destId="{A627F80F-14BA-497F-A615-32CD550BBD3A}" srcOrd="6" destOrd="0" presId="urn:microsoft.com/office/officeart/2018/2/layout/IconVerticalSolidList"/>
    <dgm:cxn modelId="{CA361E0D-18F0-0944-BAE3-5FB6C3830F58}" type="presParOf" srcId="{A627F80F-14BA-497F-A615-32CD550BBD3A}" destId="{78C531A4-7920-46D1-93AF-3E7A77F34F58}" srcOrd="0" destOrd="0" presId="urn:microsoft.com/office/officeart/2018/2/layout/IconVerticalSolidList"/>
    <dgm:cxn modelId="{4A0BAE7B-622C-5B4C-A89D-F6853E77ED81}" type="presParOf" srcId="{A627F80F-14BA-497F-A615-32CD550BBD3A}" destId="{F6E3651A-B9E9-492C-A44F-D79507FA0C32}" srcOrd="1" destOrd="0" presId="urn:microsoft.com/office/officeart/2018/2/layout/IconVerticalSolidList"/>
    <dgm:cxn modelId="{BC78974A-69E7-4347-B99C-6BD802859123}" type="presParOf" srcId="{A627F80F-14BA-497F-A615-32CD550BBD3A}" destId="{8551A7AC-B396-42C3-B29C-DA06C8DB9838}" srcOrd="2" destOrd="0" presId="urn:microsoft.com/office/officeart/2018/2/layout/IconVerticalSolidList"/>
    <dgm:cxn modelId="{9B4ACC07-C366-484D-B660-F8D97CAD1705}" type="presParOf" srcId="{A627F80F-14BA-497F-A615-32CD550BBD3A}" destId="{3FA47626-936B-435F-BD5C-CE18F3B420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786A37-660F-4FDD-BA88-24FFF5EE0B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A5C3DC8-8CE2-40CA-A15B-1EAA18B1CF48}">
      <dgm:prSet/>
      <dgm:spPr/>
      <dgm:t>
        <a:bodyPr/>
        <a:lstStyle/>
        <a:p>
          <a:r>
            <a:rPr lang="en-IN"/>
            <a:t>Generating basic activity and fragment structures</a:t>
          </a:r>
          <a:endParaRPr lang="en-US"/>
        </a:p>
      </dgm:t>
    </dgm:pt>
    <dgm:pt modelId="{8F86EA30-8FEC-4868-B99A-3B8A636C4DD6}" type="parTrans" cxnId="{4152D855-5691-4C48-BA2D-F3F043E57EE8}">
      <dgm:prSet/>
      <dgm:spPr/>
      <dgm:t>
        <a:bodyPr/>
        <a:lstStyle/>
        <a:p>
          <a:endParaRPr lang="en-US"/>
        </a:p>
      </dgm:t>
    </dgm:pt>
    <dgm:pt modelId="{84C8C60C-8D1C-4765-83BE-0FAE2DD76C89}" type="sibTrans" cxnId="{4152D855-5691-4C48-BA2D-F3F043E57EE8}">
      <dgm:prSet/>
      <dgm:spPr/>
      <dgm:t>
        <a:bodyPr/>
        <a:lstStyle/>
        <a:p>
          <a:endParaRPr lang="en-US"/>
        </a:p>
      </dgm:t>
    </dgm:pt>
    <dgm:pt modelId="{E60A071A-F1C4-4864-BD75-F2FF069A1A53}">
      <dgm:prSet/>
      <dgm:spPr/>
      <dgm:t>
        <a:bodyPr/>
        <a:lstStyle/>
        <a:p>
          <a:r>
            <a:rPr lang="en-IN"/>
            <a:t>Writing unit tests based on functionality descriptions</a:t>
          </a:r>
          <a:endParaRPr lang="en-US"/>
        </a:p>
      </dgm:t>
    </dgm:pt>
    <dgm:pt modelId="{51F5290D-A841-467B-BF36-E7992BB8C968}" type="parTrans" cxnId="{8AFE05C4-D16E-4E79-84D6-3B2226E89E30}">
      <dgm:prSet/>
      <dgm:spPr/>
      <dgm:t>
        <a:bodyPr/>
        <a:lstStyle/>
        <a:p>
          <a:endParaRPr lang="en-US"/>
        </a:p>
      </dgm:t>
    </dgm:pt>
    <dgm:pt modelId="{E1CAA740-5711-4192-84EB-041974999CCD}" type="sibTrans" cxnId="{8AFE05C4-D16E-4E79-84D6-3B2226E89E30}">
      <dgm:prSet/>
      <dgm:spPr/>
      <dgm:t>
        <a:bodyPr/>
        <a:lstStyle/>
        <a:p>
          <a:endParaRPr lang="en-US"/>
        </a:p>
      </dgm:t>
    </dgm:pt>
    <dgm:pt modelId="{C0226C7B-9BFD-49CB-BB54-C8DA4E5E05FE}">
      <dgm:prSet/>
      <dgm:spPr/>
      <dgm:t>
        <a:bodyPr/>
        <a:lstStyle/>
        <a:p>
          <a:r>
            <a:rPr lang="en-IN"/>
            <a:t>Translating code comments into different languages</a:t>
          </a:r>
          <a:endParaRPr lang="en-US"/>
        </a:p>
      </dgm:t>
    </dgm:pt>
    <dgm:pt modelId="{506959F7-ADC4-42F8-BB27-04DB2F688CD6}" type="parTrans" cxnId="{B5967393-2E85-4983-BCB0-BDF80BA6288B}">
      <dgm:prSet/>
      <dgm:spPr/>
      <dgm:t>
        <a:bodyPr/>
        <a:lstStyle/>
        <a:p>
          <a:endParaRPr lang="en-US"/>
        </a:p>
      </dgm:t>
    </dgm:pt>
    <dgm:pt modelId="{B7530538-D78E-4CEF-8DDF-41FFC056716B}" type="sibTrans" cxnId="{B5967393-2E85-4983-BCB0-BDF80BA6288B}">
      <dgm:prSet/>
      <dgm:spPr/>
      <dgm:t>
        <a:bodyPr/>
        <a:lstStyle/>
        <a:p>
          <a:endParaRPr lang="en-US"/>
        </a:p>
      </dgm:t>
    </dgm:pt>
    <dgm:pt modelId="{D41CED9E-6D27-4929-A619-166EDB887F93}">
      <dgm:prSet/>
      <dgm:spPr/>
      <dgm:t>
        <a:bodyPr/>
        <a:lstStyle/>
        <a:p>
          <a:r>
            <a:rPr lang="en-IN"/>
            <a:t>Searching for relevant documentation and tutorials</a:t>
          </a:r>
          <a:endParaRPr lang="en-US"/>
        </a:p>
      </dgm:t>
    </dgm:pt>
    <dgm:pt modelId="{61785F64-D159-4D9B-91EF-A9A0BD0E7800}" type="parTrans" cxnId="{D0B28058-9DD1-40FF-A3F5-6FD64EF10785}">
      <dgm:prSet/>
      <dgm:spPr/>
      <dgm:t>
        <a:bodyPr/>
        <a:lstStyle/>
        <a:p>
          <a:endParaRPr lang="en-US"/>
        </a:p>
      </dgm:t>
    </dgm:pt>
    <dgm:pt modelId="{EDE3B74D-7D4B-4936-8C8A-2F35CF167E07}" type="sibTrans" cxnId="{D0B28058-9DD1-40FF-A3F5-6FD64EF10785}">
      <dgm:prSet/>
      <dgm:spPr/>
      <dgm:t>
        <a:bodyPr/>
        <a:lstStyle/>
        <a:p>
          <a:endParaRPr lang="en-US"/>
        </a:p>
      </dgm:t>
    </dgm:pt>
    <dgm:pt modelId="{5E437C7F-7E0A-48D0-B4C2-02F1E36058E7}" type="pres">
      <dgm:prSet presAssocID="{88786A37-660F-4FDD-BA88-24FFF5EE0B9B}" presName="root" presStyleCnt="0">
        <dgm:presLayoutVars>
          <dgm:dir/>
          <dgm:resizeHandles val="exact"/>
        </dgm:presLayoutVars>
      </dgm:prSet>
      <dgm:spPr/>
    </dgm:pt>
    <dgm:pt modelId="{C3F21973-0352-4D0B-B10C-36AA1AE7BABB}" type="pres">
      <dgm:prSet presAssocID="{2A5C3DC8-8CE2-40CA-A15B-1EAA18B1CF48}" presName="compNode" presStyleCnt="0"/>
      <dgm:spPr/>
    </dgm:pt>
    <dgm:pt modelId="{B5B34177-9FC8-4D0B-AD73-8C2C80057AE3}" type="pres">
      <dgm:prSet presAssocID="{2A5C3DC8-8CE2-40CA-A15B-1EAA18B1CF48}" presName="bgRect" presStyleLbl="bgShp" presStyleIdx="0" presStyleCnt="4"/>
      <dgm:spPr/>
    </dgm:pt>
    <dgm:pt modelId="{B63306CF-E05E-48AF-9366-CB082D647EE0}" type="pres">
      <dgm:prSet presAssocID="{2A5C3DC8-8CE2-40CA-A15B-1EAA18B1CF4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F1DBB31-0681-464E-B9BD-F0014AA10463}" type="pres">
      <dgm:prSet presAssocID="{2A5C3DC8-8CE2-40CA-A15B-1EAA18B1CF48}" presName="spaceRect" presStyleCnt="0"/>
      <dgm:spPr/>
    </dgm:pt>
    <dgm:pt modelId="{1D651CC5-873F-4968-B5B2-C1CD3EDEFB59}" type="pres">
      <dgm:prSet presAssocID="{2A5C3DC8-8CE2-40CA-A15B-1EAA18B1CF48}" presName="parTx" presStyleLbl="revTx" presStyleIdx="0" presStyleCnt="4">
        <dgm:presLayoutVars>
          <dgm:chMax val="0"/>
          <dgm:chPref val="0"/>
        </dgm:presLayoutVars>
      </dgm:prSet>
      <dgm:spPr/>
    </dgm:pt>
    <dgm:pt modelId="{77646D31-C722-4DB4-B4C9-2CA295ECED4D}" type="pres">
      <dgm:prSet presAssocID="{84C8C60C-8D1C-4765-83BE-0FAE2DD76C89}" presName="sibTrans" presStyleCnt="0"/>
      <dgm:spPr/>
    </dgm:pt>
    <dgm:pt modelId="{AA1D2CAF-1952-49BD-82BD-F93E2B851EE4}" type="pres">
      <dgm:prSet presAssocID="{E60A071A-F1C4-4864-BD75-F2FF069A1A53}" presName="compNode" presStyleCnt="0"/>
      <dgm:spPr/>
    </dgm:pt>
    <dgm:pt modelId="{03B61A2D-F854-43B5-9FA5-99ADBA010517}" type="pres">
      <dgm:prSet presAssocID="{E60A071A-F1C4-4864-BD75-F2FF069A1A53}" presName="bgRect" presStyleLbl="bgShp" presStyleIdx="1" presStyleCnt="4"/>
      <dgm:spPr/>
    </dgm:pt>
    <dgm:pt modelId="{83997C3B-8620-41EA-A759-57340B787420}" type="pres">
      <dgm:prSet presAssocID="{E60A071A-F1C4-4864-BD75-F2FF069A1A5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949F1ED3-A847-4C2C-A799-C298CA4A0297}" type="pres">
      <dgm:prSet presAssocID="{E60A071A-F1C4-4864-BD75-F2FF069A1A53}" presName="spaceRect" presStyleCnt="0"/>
      <dgm:spPr/>
    </dgm:pt>
    <dgm:pt modelId="{6290D597-15D2-4D2A-9C69-5BBA41D17EB1}" type="pres">
      <dgm:prSet presAssocID="{E60A071A-F1C4-4864-BD75-F2FF069A1A53}" presName="parTx" presStyleLbl="revTx" presStyleIdx="1" presStyleCnt="4">
        <dgm:presLayoutVars>
          <dgm:chMax val="0"/>
          <dgm:chPref val="0"/>
        </dgm:presLayoutVars>
      </dgm:prSet>
      <dgm:spPr/>
    </dgm:pt>
    <dgm:pt modelId="{1CC54C57-0B11-43F8-936B-1AE7AF4A07FC}" type="pres">
      <dgm:prSet presAssocID="{E1CAA740-5711-4192-84EB-041974999CCD}" presName="sibTrans" presStyleCnt="0"/>
      <dgm:spPr/>
    </dgm:pt>
    <dgm:pt modelId="{C3EA0ACE-DFAB-4561-BB27-26CB2F93667B}" type="pres">
      <dgm:prSet presAssocID="{C0226C7B-9BFD-49CB-BB54-C8DA4E5E05FE}" presName="compNode" presStyleCnt="0"/>
      <dgm:spPr/>
    </dgm:pt>
    <dgm:pt modelId="{169A67F5-7271-404C-BFC1-BD7161905D31}" type="pres">
      <dgm:prSet presAssocID="{C0226C7B-9BFD-49CB-BB54-C8DA4E5E05FE}" presName="bgRect" presStyleLbl="bgShp" presStyleIdx="2" presStyleCnt="4"/>
      <dgm:spPr/>
    </dgm:pt>
    <dgm:pt modelId="{BCD6C9E0-B2C7-409E-BA25-B5F94AB6981E}" type="pres">
      <dgm:prSet presAssocID="{C0226C7B-9BFD-49CB-BB54-C8DA4E5E05F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32CE631-10B8-4F2E-B478-A563D9D476B8}" type="pres">
      <dgm:prSet presAssocID="{C0226C7B-9BFD-49CB-BB54-C8DA4E5E05FE}" presName="spaceRect" presStyleCnt="0"/>
      <dgm:spPr/>
    </dgm:pt>
    <dgm:pt modelId="{894AA35C-7F54-4721-83D0-23FA7493360F}" type="pres">
      <dgm:prSet presAssocID="{C0226C7B-9BFD-49CB-BB54-C8DA4E5E05FE}" presName="parTx" presStyleLbl="revTx" presStyleIdx="2" presStyleCnt="4">
        <dgm:presLayoutVars>
          <dgm:chMax val="0"/>
          <dgm:chPref val="0"/>
        </dgm:presLayoutVars>
      </dgm:prSet>
      <dgm:spPr/>
    </dgm:pt>
    <dgm:pt modelId="{060CF4AE-0431-43A2-94B9-2D0E873803B9}" type="pres">
      <dgm:prSet presAssocID="{B7530538-D78E-4CEF-8DDF-41FFC056716B}" presName="sibTrans" presStyleCnt="0"/>
      <dgm:spPr/>
    </dgm:pt>
    <dgm:pt modelId="{38956BEE-FB14-47C0-8BB6-D85E0C34BE0C}" type="pres">
      <dgm:prSet presAssocID="{D41CED9E-6D27-4929-A619-166EDB887F93}" presName="compNode" presStyleCnt="0"/>
      <dgm:spPr/>
    </dgm:pt>
    <dgm:pt modelId="{8B84262C-54AE-4FAD-82F4-0B9299417092}" type="pres">
      <dgm:prSet presAssocID="{D41CED9E-6D27-4929-A619-166EDB887F93}" presName="bgRect" presStyleLbl="bgShp" presStyleIdx="3" presStyleCnt="4"/>
      <dgm:spPr/>
    </dgm:pt>
    <dgm:pt modelId="{095C807F-8B52-4D14-AB49-44B186B2317F}" type="pres">
      <dgm:prSet presAssocID="{D41CED9E-6D27-4929-A619-166EDB887F9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DE3B197-2B89-4E22-87DF-61E66DFDA172}" type="pres">
      <dgm:prSet presAssocID="{D41CED9E-6D27-4929-A619-166EDB887F93}" presName="spaceRect" presStyleCnt="0"/>
      <dgm:spPr/>
    </dgm:pt>
    <dgm:pt modelId="{E70397AC-4828-4F55-B1A8-226B8030F4E7}" type="pres">
      <dgm:prSet presAssocID="{D41CED9E-6D27-4929-A619-166EDB887F9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9CC024C-B5A2-4DA3-9B7E-5620FFCAFF25}" type="presOf" srcId="{2A5C3DC8-8CE2-40CA-A15B-1EAA18B1CF48}" destId="{1D651CC5-873F-4968-B5B2-C1CD3EDEFB59}" srcOrd="0" destOrd="0" presId="urn:microsoft.com/office/officeart/2018/2/layout/IconVerticalSolidList"/>
    <dgm:cxn modelId="{4152D855-5691-4C48-BA2D-F3F043E57EE8}" srcId="{88786A37-660F-4FDD-BA88-24FFF5EE0B9B}" destId="{2A5C3DC8-8CE2-40CA-A15B-1EAA18B1CF48}" srcOrd="0" destOrd="0" parTransId="{8F86EA30-8FEC-4868-B99A-3B8A636C4DD6}" sibTransId="{84C8C60C-8D1C-4765-83BE-0FAE2DD76C89}"/>
    <dgm:cxn modelId="{D0B28058-9DD1-40FF-A3F5-6FD64EF10785}" srcId="{88786A37-660F-4FDD-BA88-24FFF5EE0B9B}" destId="{D41CED9E-6D27-4929-A619-166EDB887F93}" srcOrd="3" destOrd="0" parTransId="{61785F64-D159-4D9B-91EF-A9A0BD0E7800}" sibTransId="{EDE3B74D-7D4B-4936-8C8A-2F35CF167E07}"/>
    <dgm:cxn modelId="{B5967393-2E85-4983-BCB0-BDF80BA6288B}" srcId="{88786A37-660F-4FDD-BA88-24FFF5EE0B9B}" destId="{C0226C7B-9BFD-49CB-BB54-C8DA4E5E05FE}" srcOrd="2" destOrd="0" parTransId="{506959F7-ADC4-42F8-BB27-04DB2F688CD6}" sibTransId="{B7530538-D78E-4CEF-8DDF-41FFC056716B}"/>
    <dgm:cxn modelId="{8AFE05C4-D16E-4E79-84D6-3B2226E89E30}" srcId="{88786A37-660F-4FDD-BA88-24FFF5EE0B9B}" destId="{E60A071A-F1C4-4864-BD75-F2FF069A1A53}" srcOrd="1" destOrd="0" parTransId="{51F5290D-A841-467B-BF36-E7992BB8C968}" sibTransId="{E1CAA740-5711-4192-84EB-041974999CCD}"/>
    <dgm:cxn modelId="{36361BCF-1C33-439F-9E2E-6C1F023E05D7}" type="presOf" srcId="{E60A071A-F1C4-4864-BD75-F2FF069A1A53}" destId="{6290D597-15D2-4D2A-9C69-5BBA41D17EB1}" srcOrd="0" destOrd="0" presId="urn:microsoft.com/office/officeart/2018/2/layout/IconVerticalSolidList"/>
    <dgm:cxn modelId="{8FF8DDE7-9CF8-41CB-BD75-BFA80A24132E}" type="presOf" srcId="{D41CED9E-6D27-4929-A619-166EDB887F93}" destId="{E70397AC-4828-4F55-B1A8-226B8030F4E7}" srcOrd="0" destOrd="0" presId="urn:microsoft.com/office/officeart/2018/2/layout/IconVerticalSolidList"/>
    <dgm:cxn modelId="{E20C79EC-F304-405D-B677-ADE93E23A4AB}" type="presOf" srcId="{88786A37-660F-4FDD-BA88-24FFF5EE0B9B}" destId="{5E437C7F-7E0A-48D0-B4C2-02F1E36058E7}" srcOrd="0" destOrd="0" presId="urn:microsoft.com/office/officeart/2018/2/layout/IconVerticalSolidList"/>
    <dgm:cxn modelId="{BDB284F0-06A9-45C6-B857-F8ACB7442C33}" type="presOf" srcId="{C0226C7B-9BFD-49CB-BB54-C8DA4E5E05FE}" destId="{894AA35C-7F54-4721-83D0-23FA7493360F}" srcOrd="0" destOrd="0" presId="urn:microsoft.com/office/officeart/2018/2/layout/IconVerticalSolidList"/>
    <dgm:cxn modelId="{8FF42211-BDF9-45EF-B865-8698BDCC8473}" type="presParOf" srcId="{5E437C7F-7E0A-48D0-B4C2-02F1E36058E7}" destId="{C3F21973-0352-4D0B-B10C-36AA1AE7BABB}" srcOrd="0" destOrd="0" presId="urn:microsoft.com/office/officeart/2018/2/layout/IconVerticalSolidList"/>
    <dgm:cxn modelId="{EFCFF84A-6579-44F6-A157-F10D164638B4}" type="presParOf" srcId="{C3F21973-0352-4D0B-B10C-36AA1AE7BABB}" destId="{B5B34177-9FC8-4D0B-AD73-8C2C80057AE3}" srcOrd="0" destOrd="0" presId="urn:microsoft.com/office/officeart/2018/2/layout/IconVerticalSolidList"/>
    <dgm:cxn modelId="{253B6EBD-EF9D-4D0E-B47B-31A1846B9F7F}" type="presParOf" srcId="{C3F21973-0352-4D0B-B10C-36AA1AE7BABB}" destId="{B63306CF-E05E-48AF-9366-CB082D647EE0}" srcOrd="1" destOrd="0" presId="urn:microsoft.com/office/officeart/2018/2/layout/IconVerticalSolidList"/>
    <dgm:cxn modelId="{9E90D37C-73ED-48E6-ADB2-34B48055192C}" type="presParOf" srcId="{C3F21973-0352-4D0B-B10C-36AA1AE7BABB}" destId="{CF1DBB31-0681-464E-B9BD-F0014AA10463}" srcOrd="2" destOrd="0" presId="urn:microsoft.com/office/officeart/2018/2/layout/IconVerticalSolidList"/>
    <dgm:cxn modelId="{1497F731-CEB6-4020-8C4D-CE74568EC652}" type="presParOf" srcId="{C3F21973-0352-4D0B-B10C-36AA1AE7BABB}" destId="{1D651CC5-873F-4968-B5B2-C1CD3EDEFB59}" srcOrd="3" destOrd="0" presId="urn:microsoft.com/office/officeart/2018/2/layout/IconVerticalSolidList"/>
    <dgm:cxn modelId="{161E299F-0D25-48E0-9FC6-A8CDA5873366}" type="presParOf" srcId="{5E437C7F-7E0A-48D0-B4C2-02F1E36058E7}" destId="{77646D31-C722-4DB4-B4C9-2CA295ECED4D}" srcOrd="1" destOrd="0" presId="urn:microsoft.com/office/officeart/2018/2/layout/IconVerticalSolidList"/>
    <dgm:cxn modelId="{922A1E32-2FB4-4F78-9547-7766EE30AE95}" type="presParOf" srcId="{5E437C7F-7E0A-48D0-B4C2-02F1E36058E7}" destId="{AA1D2CAF-1952-49BD-82BD-F93E2B851EE4}" srcOrd="2" destOrd="0" presId="urn:microsoft.com/office/officeart/2018/2/layout/IconVerticalSolidList"/>
    <dgm:cxn modelId="{5784B6C3-5BBB-4970-9B49-AE8572246868}" type="presParOf" srcId="{AA1D2CAF-1952-49BD-82BD-F93E2B851EE4}" destId="{03B61A2D-F854-43B5-9FA5-99ADBA010517}" srcOrd="0" destOrd="0" presId="urn:microsoft.com/office/officeart/2018/2/layout/IconVerticalSolidList"/>
    <dgm:cxn modelId="{FCEBA4AD-3C66-40D0-AA00-B57D8FFAA699}" type="presParOf" srcId="{AA1D2CAF-1952-49BD-82BD-F93E2B851EE4}" destId="{83997C3B-8620-41EA-A759-57340B787420}" srcOrd="1" destOrd="0" presId="urn:microsoft.com/office/officeart/2018/2/layout/IconVerticalSolidList"/>
    <dgm:cxn modelId="{9F82A329-49FC-44D0-AAE7-DEAFA753C09A}" type="presParOf" srcId="{AA1D2CAF-1952-49BD-82BD-F93E2B851EE4}" destId="{949F1ED3-A847-4C2C-A799-C298CA4A0297}" srcOrd="2" destOrd="0" presId="urn:microsoft.com/office/officeart/2018/2/layout/IconVerticalSolidList"/>
    <dgm:cxn modelId="{D6FD4EAB-49FB-4528-9308-47F4285D963D}" type="presParOf" srcId="{AA1D2CAF-1952-49BD-82BD-F93E2B851EE4}" destId="{6290D597-15D2-4D2A-9C69-5BBA41D17EB1}" srcOrd="3" destOrd="0" presId="urn:microsoft.com/office/officeart/2018/2/layout/IconVerticalSolidList"/>
    <dgm:cxn modelId="{2FE513AC-F8E9-4352-B8F7-2E33BCDF5C4A}" type="presParOf" srcId="{5E437C7F-7E0A-48D0-B4C2-02F1E36058E7}" destId="{1CC54C57-0B11-43F8-936B-1AE7AF4A07FC}" srcOrd="3" destOrd="0" presId="urn:microsoft.com/office/officeart/2018/2/layout/IconVerticalSolidList"/>
    <dgm:cxn modelId="{9BA77179-FC73-4C09-81F6-497A39103B49}" type="presParOf" srcId="{5E437C7F-7E0A-48D0-B4C2-02F1E36058E7}" destId="{C3EA0ACE-DFAB-4561-BB27-26CB2F93667B}" srcOrd="4" destOrd="0" presId="urn:microsoft.com/office/officeart/2018/2/layout/IconVerticalSolidList"/>
    <dgm:cxn modelId="{02D2B372-0E17-4785-A54B-A8938BCF64C3}" type="presParOf" srcId="{C3EA0ACE-DFAB-4561-BB27-26CB2F93667B}" destId="{169A67F5-7271-404C-BFC1-BD7161905D31}" srcOrd="0" destOrd="0" presId="urn:microsoft.com/office/officeart/2018/2/layout/IconVerticalSolidList"/>
    <dgm:cxn modelId="{E18364B7-E2DA-4399-A3D2-B81FB3067E76}" type="presParOf" srcId="{C3EA0ACE-DFAB-4561-BB27-26CB2F93667B}" destId="{BCD6C9E0-B2C7-409E-BA25-B5F94AB6981E}" srcOrd="1" destOrd="0" presId="urn:microsoft.com/office/officeart/2018/2/layout/IconVerticalSolidList"/>
    <dgm:cxn modelId="{C346A933-F177-404A-89DE-4F8D425D823B}" type="presParOf" srcId="{C3EA0ACE-DFAB-4561-BB27-26CB2F93667B}" destId="{D32CE631-10B8-4F2E-B478-A563D9D476B8}" srcOrd="2" destOrd="0" presId="urn:microsoft.com/office/officeart/2018/2/layout/IconVerticalSolidList"/>
    <dgm:cxn modelId="{E6109C1B-82BC-4E8D-B4B7-9FC91096B6DE}" type="presParOf" srcId="{C3EA0ACE-DFAB-4561-BB27-26CB2F93667B}" destId="{894AA35C-7F54-4721-83D0-23FA7493360F}" srcOrd="3" destOrd="0" presId="urn:microsoft.com/office/officeart/2018/2/layout/IconVerticalSolidList"/>
    <dgm:cxn modelId="{EDD95D46-5E69-4D84-9D46-D5FE8CBDD196}" type="presParOf" srcId="{5E437C7F-7E0A-48D0-B4C2-02F1E36058E7}" destId="{060CF4AE-0431-43A2-94B9-2D0E873803B9}" srcOrd="5" destOrd="0" presId="urn:microsoft.com/office/officeart/2018/2/layout/IconVerticalSolidList"/>
    <dgm:cxn modelId="{C189A666-F925-41E7-AD10-75A473E47B06}" type="presParOf" srcId="{5E437C7F-7E0A-48D0-B4C2-02F1E36058E7}" destId="{38956BEE-FB14-47C0-8BB6-D85E0C34BE0C}" srcOrd="6" destOrd="0" presId="urn:microsoft.com/office/officeart/2018/2/layout/IconVerticalSolidList"/>
    <dgm:cxn modelId="{2C057D5E-77D8-40C8-A8D4-5D1265A879F3}" type="presParOf" srcId="{38956BEE-FB14-47C0-8BB6-D85E0C34BE0C}" destId="{8B84262C-54AE-4FAD-82F4-0B9299417092}" srcOrd="0" destOrd="0" presId="urn:microsoft.com/office/officeart/2018/2/layout/IconVerticalSolidList"/>
    <dgm:cxn modelId="{0096E23B-48E9-42E1-BE6C-FAE4280DF576}" type="presParOf" srcId="{38956BEE-FB14-47C0-8BB6-D85E0C34BE0C}" destId="{095C807F-8B52-4D14-AB49-44B186B2317F}" srcOrd="1" destOrd="0" presId="urn:microsoft.com/office/officeart/2018/2/layout/IconVerticalSolidList"/>
    <dgm:cxn modelId="{0103649B-A676-4451-BFAA-ED451A8CCD98}" type="presParOf" srcId="{38956BEE-FB14-47C0-8BB6-D85E0C34BE0C}" destId="{5DE3B197-2B89-4E22-87DF-61E66DFDA172}" srcOrd="2" destOrd="0" presId="urn:microsoft.com/office/officeart/2018/2/layout/IconVerticalSolidList"/>
    <dgm:cxn modelId="{6FC0C7F9-B395-44D2-84C7-48BA216A6CD4}" type="presParOf" srcId="{38956BEE-FB14-47C0-8BB6-D85E0C34BE0C}" destId="{E70397AC-4828-4F55-B1A8-226B8030F4E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534FEDE-F4F2-48AB-817F-6527EC8DD9B3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A0D938-F5E0-4A12-9857-AB4F6347AA0A}">
      <dgm:prSet/>
      <dgm:spPr/>
      <dgm:t>
        <a:bodyPr/>
        <a:lstStyle/>
        <a:p>
          <a:r>
            <a:rPr lang="en-IN" b="1"/>
            <a:t>Security:</a:t>
          </a:r>
          <a:r>
            <a:rPr lang="en-IN"/>
            <a:t> Carefully evaluate the security implications of using an LLM within your development environment.</a:t>
          </a:r>
          <a:endParaRPr lang="en-US"/>
        </a:p>
      </dgm:t>
    </dgm:pt>
    <dgm:pt modelId="{01C6D31A-6BEA-411B-A7BC-67ABE7B9BE0B}" type="parTrans" cxnId="{F271C11B-6E02-431B-8F20-80CB5230E0D3}">
      <dgm:prSet/>
      <dgm:spPr/>
      <dgm:t>
        <a:bodyPr/>
        <a:lstStyle/>
        <a:p>
          <a:endParaRPr lang="en-US"/>
        </a:p>
      </dgm:t>
    </dgm:pt>
    <dgm:pt modelId="{B7DA2748-19FE-4DA5-8B56-7C711BFF7A49}" type="sibTrans" cxnId="{F271C11B-6E02-431B-8F20-80CB5230E0D3}">
      <dgm:prSet/>
      <dgm:spPr/>
      <dgm:t>
        <a:bodyPr/>
        <a:lstStyle/>
        <a:p>
          <a:endParaRPr lang="en-US"/>
        </a:p>
      </dgm:t>
    </dgm:pt>
    <dgm:pt modelId="{D82C6A85-A790-4F43-AF57-2FC2B3B333EA}">
      <dgm:prSet/>
      <dgm:spPr/>
      <dgm:t>
        <a:bodyPr/>
        <a:lstStyle/>
        <a:p>
          <a:r>
            <a:rPr lang="en-IN" b="1"/>
            <a:t>Data privacy:</a:t>
          </a:r>
          <a:r>
            <a:rPr lang="en-IN"/>
            <a:t> Be mindful of the type of data you share with Gemini and implement appropriate data privacy measures.</a:t>
          </a:r>
          <a:endParaRPr lang="en-US"/>
        </a:p>
      </dgm:t>
    </dgm:pt>
    <dgm:pt modelId="{5695E438-B1C4-46E4-9CF3-44AF08D56D9D}" type="parTrans" cxnId="{B2636C6C-4461-4C52-9888-E7DB98056328}">
      <dgm:prSet/>
      <dgm:spPr/>
      <dgm:t>
        <a:bodyPr/>
        <a:lstStyle/>
        <a:p>
          <a:endParaRPr lang="en-US"/>
        </a:p>
      </dgm:t>
    </dgm:pt>
    <dgm:pt modelId="{C8DF0221-0066-407D-A136-405F473BDE20}" type="sibTrans" cxnId="{B2636C6C-4461-4C52-9888-E7DB98056328}">
      <dgm:prSet/>
      <dgm:spPr/>
      <dgm:t>
        <a:bodyPr/>
        <a:lstStyle/>
        <a:p>
          <a:endParaRPr lang="en-US"/>
        </a:p>
      </dgm:t>
    </dgm:pt>
    <dgm:pt modelId="{7D1EADC7-3C24-43A4-A878-04298C9E791F}">
      <dgm:prSet/>
      <dgm:spPr/>
      <dgm:t>
        <a:bodyPr/>
        <a:lstStyle/>
        <a:p>
          <a:r>
            <a:rPr lang="en-IN" b="1"/>
            <a:t>Integration complexity:</a:t>
          </a:r>
          <a:r>
            <a:rPr lang="en-IN"/>
            <a:t> Integrating Gemini with Android Studio might require some development effort.</a:t>
          </a:r>
          <a:endParaRPr lang="en-US"/>
        </a:p>
      </dgm:t>
    </dgm:pt>
    <dgm:pt modelId="{755EA98E-C6B5-4A8A-8120-5B7E5CAC6B9A}" type="parTrans" cxnId="{2CBED55A-1F54-4FCE-B977-6B9BE2ABA294}">
      <dgm:prSet/>
      <dgm:spPr/>
      <dgm:t>
        <a:bodyPr/>
        <a:lstStyle/>
        <a:p>
          <a:endParaRPr lang="en-US"/>
        </a:p>
      </dgm:t>
    </dgm:pt>
    <dgm:pt modelId="{15F772FE-1B97-42D4-88D9-626B8AA301CF}" type="sibTrans" cxnId="{2CBED55A-1F54-4FCE-B977-6B9BE2ABA294}">
      <dgm:prSet/>
      <dgm:spPr/>
      <dgm:t>
        <a:bodyPr/>
        <a:lstStyle/>
        <a:p>
          <a:endParaRPr lang="en-US"/>
        </a:p>
      </dgm:t>
    </dgm:pt>
    <dgm:pt modelId="{A78DB84F-30FB-F042-B147-DA73A7F25243}" type="pres">
      <dgm:prSet presAssocID="{F534FEDE-F4F2-48AB-817F-6527EC8DD9B3}" presName="vert0" presStyleCnt="0">
        <dgm:presLayoutVars>
          <dgm:dir/>
          <dgm:animOne val="branch"/>
          <dgm:animLvl val="lvl"/>
        </dgm:presLayoutVars>
      </dgm:prSet>
      <dgm:spPr/>
    </dgm:pt>
    <dgm:pt modelId="{E7111CEA-64F6-0440-9231-997FD6819D52}" type="pres">
      <dgm:prSet presAssocID="{37A0D938-F5E0-4A12-9857-AB4F6347AA0A}" presName="thickLine" presStyleLbl="alignNode1" presStyleIdx="0" presStyleCnt="3"/>
      <dgm:spPr/>
    </dgm:pt>
    <dgm:pt modelId="{D07BD9F4-9939-6A4F-A866-75D044B2B429}" type="pres">
      <dgm:prSet presAssocID="{37A0D938-F5E0-4A12-9857-AB4F6347AA0A}" presName="horz1" presStyleCnt="0"/>
      <dgm:spPr/>
    </dgm:pt>
    <dgm:pt modelId="{8C627913-4B65-2D4D-A112-5422919C659B}" type="pres">
      <dgm:prSet presAssocID="{37A0D938-F5E0-4A12-9857-AB4F6347AA0A}" presName="tx1" presStyleLbl="revTx" presStyleIdx="0" presStyleCnt="3"/>
      <dgm:spPr/>
    </dgm:pt>
    <dgm:pt modelId="{5CAE47D1-4FC5-1D49-9504-F04197B84B17}" type="pres">
      <dgm:prSet presAssocID="{37A0D938-F5E0-4A12-9857-AB4F6347AA0A}" presName="vert1" presStyleCnt="0"/>
      <dgm:spPr/>
    </dgm:pt>
    <dgm:pt modelId="{5EFA939E-9063-5648-AC0F-D279315F1B8D}" type="pres">
      <dgm:prSet presAssocID="{D82C6A85-A790-4F43-AF57-2FC2B3B333EA}" presName="thickLine" presStyleLbl="alignNode1" presStyleIdx="1" presStyleCnt="3"/>
      <dgm:spPr/>
    </dgm:pt>
    <dgm:pt modelId="{B7D662E5-F18B-B742-B01F-56A5F5483166}" type="pres">
      <dgm:prSet presAssocID="{D82C6A85-A790-4F43-AF57-2FC2B3B333EA}" presName="horz1" presStyleCnt="0"/>
      <dgm:spPr/>
    </dgm:pt>
    <dgm:pt modelId="{F7144C7B-8EE2-734B-B11E-76EC0D20280C}" type="pres">
      <dgm:prSet presAssocID="{D82C6A85-A790-4F43-AF57-2FC2B3B333EA}" presName="tx1" presStyleLbl="revTx" presStyleIdx="1" presStyleCnt="3"/>
      <dgm:spPr/>
    </dgm:pt>
    <dgm:pt modelId="{6D591D4B-B91B-1D45-A025-6A8316E42C9C}" type="pres">
      <dgm:prSet presAssocID="{D82C6A85-A790-4F43-AF57-2FC2B3B333EA}" presName="vert1" presStyleCnt="0"/>
      <dgm:spPr/>
    </dgm:pt>
    <dgm:pt modelId="{62A3F025-03FE-1D4C-8C36-714F602A95F4}" type="pres">
      <dgm:prSet presAssocID="{7D1EADC7-3C24-43A4-A878-04298C9E791F}" presName="thickLine" presStyleLbl="alignNode1" presStyleIdx="2" presStyleCnt="3"/>
      <dgm:spPr/>
    </dgm:pt>
    <dgm:pt modelId="{03681FB7-95A6-5C4F-AD51-4D7036D5D757}" type="pres">
      <dgm:prSet presAssocID="{7D1EADC7-3C24-43A4-A878-04298C9E791F}" presName="horz1" presStyleCnt="0"/>
      <dgm:spPr/>
    </dgm:pt>
    <dgm:pt modelId="{E55E4C69-B794-2F43-A039-390D86736EA9}" type="pres">
      <dgm:prSet presAssocID="{7D1EADC7-3C24-43A4-A878-04298C9E791F}" presName="tx1" presStyleLbl="revTx" presStyleIdx="2" presStyleCnt="3"/>
      <dgm:spPr/>
    </dgm:pt>
    <dgm:pt modelId="{B198D668-901F-6546-826E-A18D277F5340}" type="pres">
      <dgm:prSet presAssocID="{7D1EADC7-3C24-43A4-A878-04298C9E791F}" presName="vert1" presStyleCnt="0"/>
      <dgm:spPr/>
    </dgm:pt>
  </dgm:ptLst>
  <dgm:cxnLst>
    <dgm:cxn modelId="{F271C11B-6E02-431B-8F20-80CB5230E0D3}" srcId="{F534FEDE-F4F2-48AB-817F-6527EC8DD9B3}" destId="{37A0D938-F5E0-4A12-9857-AB4F6347AA0A}" srcOrd="0" destOrd="0" parTransId="{01C6D31A-6BEA-411B-A7BC-67ABE7B9BE0B}" sibTransId="{B7DA2748-19FE-4DA5-8B56-7C711BFF7A49}"/>
    <dgm:cxn modelId="{81F4FE23-2621-5C4D-B5CF-7BD771CBB95A}" type="presOf" srcId="{37A0D938-F5E0-4A12-9857-AB4F6347AA0A}" destId="{8C627913-4B65-2D4D-A112-5422919C659B}" srcOrd="0" destOrd="0" presId="urn:microsoft.com/office/officeart/2008/layout/LinedList"/>
    <dgm:cxn modelId="{89FE5C3D-7286-1743-9703-09CAC913DADC}" type="presOf" srcId="{F534FEDE-F4F2-48AB-817F-6527EC8DD9B3}" destId="{A78DB84F-30FB-F042-B147-DA73A7F25243}" srcOrd="0" destOrd="0" presId="urn:microsoft.com/office/officeart/2008/layout/LinedList"/>
    <dgm:cxn modelId="{9685054C-57BF-F04E-9543-48A107E80F2F}" type="presOf" srcId="{D82C6A85-A790-4F43-AF57-2FC2B3B333EA}" destId="{F7144C7B-8EE2-734B-B11E-76EC0D20280C}" srcOrd="0" destOrd="0" presId="urn:microsoft.com/office/officeart/2008/layout/LinedList"/>
    <dgm:cxn modelId="{2CBED55A-1F54-4FCE-B977-6B9BE2ABA294}" srcId="{F534FEDE-F4F2-48AB-817F-6527EC8DD9B3}" destId="{7D1EADC7-3C24-43A4-A878-04298C9E791F}" srcOrd="2" destOrd="0" parTransId="{755EA98E-C6B5-4A8A-8120-5B7E5CAC6B9A}" sibTransId="{15F772FE-1B97-42D4-88D9-626B8AA301CF}"/>
    <dgm:cxn modelId="{B2636C6C-4461-4C52-9888-E7DB98056328}" srcId="{F534FEDE-F4F2-48AB-817F-6527EC8DD9B3}" destId="{D82C6A85-A790-4F43-AF57-2FC2B3B333EA}" srcOrd="1" destOrd="0" parTransId="{5695E438-B1C4-46E4-9CF3-44AF08D56D9D}" sibTransId="{C8DF0221-0066-407D-A136-405F473BDE20}"/>
    <dgm:cxn modelId="{3940B99E-3B5F-E540-9414-71BAD19E28F9}" type="presOf" srcId="{7D1EADC7-3C24-43A4-A878-04298C9E791F}" destId="{E55E4C69-B794-2F43-A039-390D86736EA9}" srcOrd="0" destOrd="0" presId="urn:microsoft.com/office/officeart/2008/layout/LinedList"/>
    <dgm:cxn modelId="{4DF2CFD0-27BA-A343-B6CF-4F8782037D67}" type="presParOf" srcId="{A78DB84F-30FB-F042-B147-DA73A7F25243}" destId="{E7111CEA-64F6-0440-9231-997FD6819D52}" srcOrd="0" destOrd="0" presId="urn:microsoft.com/office/officeart/2008/layout/LinedList"/>
    <dgm:cxn modelId="{64A235B3-99E2-F24E-A762-BEF90F82D6B5}" type="presParOf" srcId="{A78DB84F-30FB-F042-B147-DA73A7F25243}" destId="{D07BD9F4-9939-6A4F-A866-75D044B2B429}" srcOrd="1" destOrd="0" presId="urn:microsoft.com/office/officeart/2008/layout/LinedList"/>
    <dgm:cxn modelId="{366C9B8C-D1AA-A246-937C-D4D484470CBC}" type="presParOf" srcId="{D07BD9F4-9939-6A4F-A866-75D044B2B429}" destId="{8C627913-4B65-2D4D-A112-5422919C659B}" srcOrd="0" destOrd="0" presId="urn:microsoft.com/office/officeart/2008/layout/LinedList"/>
    <dgm:cxn modelId="{B6060F18-46D0-394D-AD59-B5BF280196C2}" type="presParOf" srcId="{D07BD9F4-9939-6A4F-A866-75D044B2B429}" destId="{5CAE47D1-4FC5-1D49-9504-F04197B84B17}" srcOrd="1" destOrd="0" presId="urn:microsoft.com/office/officeart/2008/layout/LinedList"/>
    <dgm:cxn modelId="{A7F154B3-0650-E04A-8B85-EBBF36F16275}" type="presParOf" srcId="{A78DB84F-30FB-F042-B147-DA73A7F25243}" destId="{5EFA939E-9063-5648-AC0F-D279315F1B8D}" srcOrd="2" destOrd="0" presId="urn:microsoft.com/office/officeart/2008/layout/LinedList"/>
    <dgm:cxn modelId="{E195DD35-2A5F-094D-8D65-0131B26F40DE}" type="presParOf" srcId="{A78DB84F-30FB-F042-B147-DA73A7F25243}" destId="{B7D662E5-F18B-B742-B01F-56A5F5483166}" srcOrd="3" destOrd="0" presId="urn:microsoft.com/office/officeart/2008/layout/LinedList"/>
    <dgm:cxn modelId="{B6F4C711-C50C-5446-AADB-E840C30395B5}" type="presParOf" srcId="{B7D662E5-F18B-B742-B01F-56A5F5483166}" destId="{F7144C7B-8EE2-734B-B11E-76EC0D20280C}" srcOrd="0" destOrd="0" presId="urn:microsoft.com/office/officeart/2008/layout/LinedList"/>
    <dgm:cxn modelId="{C6D8E271-52CE-0649-AD06-EF61ECE25EC4}" type="presParOf" srcId="{B7D662E5-F18B-B742-B01F-56A5F5483166}" destId="{6D591D4B-B91B-1D45-A025-6A8316E42C9C}" srcOrd="1" destOrd="0" presId="urn:microsoft.com/office/officeart/2008/layout/LinedList"/>
    <dgm:cxn modelId="{6C8D9DF3-4FCB-E048-ADCD-FF3698139CEE}" type="presParOf" srcId="{A78DB84F-30FB-F042-B147-DA73A7F25243}" destId="{62A3F025-03FE-1D4C-8C36-714F602A95F4}" srcOrd="4" destOrd="0" presId="urn:microsoft.com/office/officeart/2008/layout/LinedList"/>
    <dgm:cxn modelId="{C19978A8-2DE0-3544-A25B-0311B276572C}" type="presParOf" srcId="{A78DB84F-30FB-F042-B147-DA73A7F25243}" destId="{03681FB7-95A6-5C4F-AD51-4D7036D5D757}" srcOrd="5" destOrd="0" presId="urn:microsoft.com/office/officeart/2008/layout/LinedList"/>
    <dgm:cxn modelId="{7CB20625-18A9-8946-9FF9-074FBBEC95C9}" type="presParOf" srcId="{03681FB7-95A6-5C4F-AD51-4D7036D5D757}" destId="{E55E4C69-B794-2F43-A039-390D86736EA9}" srcOrd="0" destOrd="0" presId="urn:microsoft.com/office/officeart/2008/layout/LinedList"/>
    <dgm:cxn modelId="{A435ADC3-CE4E-3F4D-A08E-3C2958E42B4C}" type="presParOf" srcId="{03681FB7-95A6-5C4F-AD51-4D7036D5D757}" destId="{B198D668-901F-6546-826E-A18D277F534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450239D-C7C6-4274-A079-435026251C45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E008EF1-BEB8-4CA1-89D0-8C2C42D1AFA4}">
      <dgm:prSet/>
      <dgm:spPr/>
      <dgm:t>
        <a:bodyPr/>
        <a:lstStyle/>
        <a:p>
          <a:r>
            <a:rPr lang="en-IN"/>
            <a:t>Stuck on a specific coding task? </a:t>
          </a:r>
          <a:endParaRPr lang="en-US"/>
        </a:p>
      </dgm:t>
    </dgm:pt>
    <dgm:pt modelId="{80044613-09F7-45CC-84F9-5D69B67E8A85}" type="parTrans" cxnId="{1FDA3D4F-BABC-4986-8B65-8DAE3EE589E5}">
      <dgm:prSet/>
      <dgm:spPr/>
      <dgm:t>
        <a:bodyPr/>
        <a:lstStyle/>
        <a:p>
          <a:endParaRPr lang="en-US"/>
        </a:p>
      </dgm:t>
    </dgm:pt>
    <dgm:pt modelId="{14E6942F-22C3-4283-BFFF-4D4AEEF19A2F}" type="sibTrans" cxnId="{1FDA3D4F-BABC-4986-8B65-8DAE3EE589E5}">
      <dgm:prSet/>
      <dgm:spPr/>
      <dgm:t>
        <a:bodyPr/>
        <a:lstStyle/>
        <a:p>
          <a:endParaRPr lang="en-US"/>
        </a:p>
      </dgm:t>
    </dgm:pt>
    <dgm:pt modelId="{27A55AA2-32D5-441D-9815-4C1AA8C57E9E}">
      <dgm:prSet/>
      <dgm:spPr/>
      <dgm:t>
        <a:bodyPr/>
        <a:lstStyle/>
        <a:p>
          <a:r>
            <a:rPr lang="en-IN"/>
            <a:t>Describe your desired functionality to Gemini. </a:t>
          </a:r>
          <a:endParaRPr lang="en-US"/>
        </a:p>
      </dgm:t>
    </dgm:pt>
    <dgm:pt modelId="{9676025F-1A73-44C9-9276-98B1AE948463}" type="parTrans" cxnId="{D78CD31D-B01F-42F8-8B65-8BD2A98D37E8}">
      <dgm:prSet/>
      <dgm:spPr/>
      <dgm:t>
        <a:bodyPr/>
        <a:lstStyle/>
        <a:p>
          <a:endParaRPr lang="en-US"/>
        </a:p>
      </dgm:t>
    </dgm:pt>
    <dgm:pt modelId="{C6C3EB3E-664F-4480-B6A9-BA378AF05780}" type="sibTrans" cxnId="{D78CD31D-B01F-42F8-8B65-8BD2A98D37E8}">
      <dgm:prSet/>
      <dgm:spPr/>
      <dgm:t>
        <a:bodyPr/>
        <a:lstStyle/>
        <a:p>
          <a:endParaRPr lang="en-US"/>
        </a:p>
      </dgm:t>
    </dgm:pt>
    <dgm:pt modelId="{1A0B2AF8-7882-438D-A578-24A009FE98D0}">
      <dgm:prSet/>
      <dgm:spPr/>
      <dgm:t>
        <a:bodyPr/>
        <a:lstStyle/>
        <a:p>
          <a:r>
            <a:rPr lang="en-IN"/>
            <a:t>Gemini will generate relevant code snippets or entire functions, saving you time and effort.</a:t>
          </a:r>
          <a:endParaRPr lang="en-US"/>
        </a:p>
      </dgm:t>
    </dgm:pt>
    <dgm:pt modelId="{8B29B1AF-1A18-40B9-91F3-9317A256FC7F}" type="parTrans" cxnId="{9D4E9113-F749-4F22-89BA-989C3C60EB38}">
      <dgm:prSet/>
      <dgm:spPr/>
      <dgm:t>
        <a:bodyPr/>
        <a:lstStyle/>
        <a:p>
          <a:endParaRPr lang="en-US"/>
        </a:p>
      </dgm:t>
    </dgm:pt>
    <dgm:pt modelId="{DD3F99DD-A013-4031-90FC-6E2B5F445E67}" type="sibTrans" cxnId="{9D4E9113-F749-4F22-89BA-989C3C60EB38}">
      <dgm:prSet/>
      <dgm:spPr/>
      <dgm:t>
        <a:bodyPr/>
        <a:lstStyle/>
        <a:p>
          <a:endParaRPr lang="en-US"/>
        </a:p>
      </dgm:t>
    </dgm:pt>
    <dgm:pt modelId="{804890FC-5CCA-6A48-9228-0125588A4F18}" type="pres">
      <dgm:prSet presAssocID="{0450239D-C7C6-4274-A079-435026251C45}" presName="linear" presStyleCnt="0">
        <dgm:presLayoutVars>
          <dgm:animLvl val="lvl"/>
          <dgm:resizeHandles val="exact"/>
        </dgm:presLayoutVars>
      </dgm:prSet>
      <dgm:spPr/>
    </dgm:pt>
    <dgm:pt modelId="{647E1752-0AFD-E44B-818F-2FADA3F75AC2}" type="pres">
      <dgm:prSet presAssocID="{DE008EF1-BEB8-4CA1-89D0-8C2C42D1AFA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E183A5-2499-CF4C-94A1-FDE78F781BE6}" type="pres">
      <dgm:prSet presAssocID="{14E6942F-22C3-4283-BFFF-4D4AEEF19A2F}" presName="spacer" presStyleCnt="0"/>
      <dgm:spPr/>
    </dgm:pt>
    <dgm:pt modelId="{C913B8AF-1B1A-684A-B1EA-E8457FF1587C}" type="pres">
      <dgm:prSet presAssocID="{27A55AA2-32D5-441D-9815-4C1AA8C57E9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245593A-AC1B-D84B-A563-5614BBB72371}" type="pres">
      <dgm:prSet presAssocID="{C6C3EB3E-664F-4480-B6A9-BA378AF05780}" presName="spacer" presStyleCnt="0"/>
      <dgm:spPr/>
    </dgm:pt>
    <dgm:pt modelId="{CBCB07BE-4F95-534D-9D36-D2F61D42CBAD}" type="pres">
      <dgm:prSet presAssocID="{1A0B2AF8-7882-438D-A578-24A009FE98D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D4E9113-F749-4F22-89BA-989C3C60EB38}" srcId="{0450239D-C7C6-4274-A079-435026251C45}" destId="{1A0B2AF8-7882-438D-A578-24A009FE98D0}" srcOrd="2" destOrd="0" parTransId="{8B29B1AF-1A18-40B9-91F3-9317A256FC7F}" sibTransId="{DD3F99DD-A013-4031-90FC-6E2B5F445E67}"/>
    <dgm:cxn modelId="{D78CD31D-B01F-42F8-8B65-8BD2A98D37E8}" srcId="{0450239D-C7C6-4274-A079-435026251C45}" destId="{27A55AA2-32D5-441D-9815-4C1AA8C57E9E}" srcOrd="1" destOrd="0" parTransId="{9676025F-1A73-44C9-9276-98B1AE948463}" sibTransId="{C6C3EB3E-664F-4480-B6A9-BA378AF05780}"/>
    <dgm:cxn modelId="{464AC741-4943-994C-8545-BA12E57E7DE4}" type="presOf" srcId="{1A0B2AF8-7882-438D-A578-24A009FE98D0}" destId="{CBCB07BE-4F95-534D-9D36-D2F61D42CBAD}" srcOrd="0" destOrd="0" presId="urn:microsoft.com/office/officeart/2005/8/layout/vList2"/>
    <dgm:cxn modelId="{1FDA3D4F-BABC-4986-8B65-8DAE3EE589E5}" srcId="{0450239D-C7C6-4274-A079-435026251C45}" destId="{DE008EF1-BEB8-4CA1-89D0-8C2C42D1AFA4}" srcOrd="0" destOrd="0" parTransId="{80044613-09F7-45CC-84F9-5D69B67E8A85}" sibTransId="{14E6942F-22C3-4283-BFFF-4D4AEEF19A2F}"/>
    <dgm:cxn modelId="{F29FEB67-E96A-5C4B-9C8E-EEE30320DA94}" type="presOf" srcId="{27A55AA2-32D5-441D-9815-4C1AA8C57E9E}" destId="{C913B8AF-1B1A-684A-B1EA-E8457FF1587C}" srcOrd="0" destOrd="0" presId="urn:microsoft.com/office/officeart/2005/8/layout/vList2"/>
    <dgm:cxn modelId="{F83C0AD3-BA2B-EC46-B45E-E56C3A734B80}" type="presOf" srcId="{DE008EF1-BEB8-4CA1-89D0-8C2C42D1AFA4}" destId="{647E1752-0AFD-E44B-818F-2FADA3F75AC2}" srcOrd="0" destOrd="0" presId="urn:microsoft.com/office/officeart/2005/8/layout/vList2"/>
    <dgm:cxn modelId="{39909DD5-1F31-5946-BFA4-4E7BD6725490}" type="presOf" srcId="{0450239D-C7C6-4274-A079-435026251C45}" destId="{804890FC-5CCA-6A48-9228-0125588A4F18}" srcOrd="0" destOrd="0" presId="urn:microsoft.com/office/officeart/2005/8/layout/vList2"/>
    <dgm:cxn modelId="{FFEED4AD-325E-A54B-8D5A-352BF4D1B242}" type="presParOf" srcId="{804890FC-5CCA-6A48-9228-0125588A4F18}" destId="{647E1752-0AFD-E44B-818F-2FADA3F75AC2}" srcOrd="0" destOrd="0" presId="urn:microsoft.com/office/officeart/2005/8/layout/vList2"/>
    <dgm:cxn modelId="{26104605-861B-E04D-ACAC-31505ED7D907}" type="presParOf" srcId="{804890FC-5CCA-6A48-9228-0125588A4F18}" destId="{47E183A5-2499-CF4C-94A1-FDE78F781BE6}" srcOrd="1" destOrd="0" presId="urn:microsoft.com/office/officeart/2005/8/layout/vList2"/>
    <dgm:cxn modelId="{DFF2CB66-8FC1-074A-BE3B-3E34D28B0F35}" type="presParOf" srcId="{804890FC-5CCA-6A48-9228-0125588A4F18}" destId="{C913B8AF-1B1A-684A-B1EA-E8457FF1587C}" srcOrd="2" destOrd="0" presId="urn:microsoft.com/office/officeart/2005/8/layout/vList2"/>
    <dgm:cxn modelId="{D079FCAE-DBC3-ED42-9A5D-FF4888A8DA02}" type="presParOf" srcId="{804890FC-5CCA-6A48-9228-0125588A4F18}" destId="{5245593A-AC1B-D84B-A563-5614BBB72371}" srcOrd="3" destOrd="0" presId="urn:microsoft.com/office/officeart/2005/8/layout/vList2"/>
    <dgm:cxn modelId="{89989A2F-E974-5C49-9DF6-FACDA2876B64}" type="presParOf" srcId="{804890FC-5CCA-6A48-9228-0125588A4F18}" destId="{CBCB07BE-4F95-534D-9D36-D2F61D42CBA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9B0B0D8-956F-47E2-8860-80B1A0DF6CA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C1896CD-361A-468D-84B2-39669AE176E8}">
      <dgm:prSet/>
      <dgm:spPr/>
      <dgm:t>
        <a:bodyPr/>
        <a:lstStyle/>
        <a:p>
          <a:r>
            <a:rPr lang="en-IN"/>
            <a:t>Have existing code that could be improved?</a:t>
          </a:r>
          <a:endParaRPr lang="en-US"/>
        </a:p>
      </dgm:t>
    </dgm:pt>
    <dgm:pt modelId="{AAC3EBEE-F56D-4EBD-9EB5-834863728878}" type="parTrans" cxnId="{EB0CA9C4-4090-4F40-BF7B-9E54DD0A3702}">
      <dgm:prSet/>
      <dgm:spPr/>
      <dgm:t>
        <a:bodyPr/>
        <a:lstStyle/>
        <a:p>
          <a:endParaRPr lang="en-US"/>
        </a:p>
      </dgm:t>
    </dgm:pt>
    <dgm:pt modelId="{61D7CF8F-BE23-4AF8-8CEC-B762826E800F}" type="sibTrans" cxnId="{EB0CA9C4-4090-4F40-BF7B-9E54DD0A3702}">
      <dgm:prSet/>
      <dgm:spPr/>
      <dgm:t>
        <a:bodyPr/>
        <a:lstStyle/>
        <a:p>
          <a:endParaRPr lang="en-US"/>
        </a:p>
      </dgm:t>
    </dgm:pt>
    <dgm:pt modelId="{36AC58DB-FC53-4BDC-B2F8-22371BEBE662}">
      <dgm:prSet/>
      <dgm:spPr/>
      <dgm:t>
        <a:bodyPr/>
        <a:lstStyle/>
        <a:p>
          <a:r>
            <a:rPr lang="en-IN"/>
            <a:t>Provide Gemini with your code. </a:t>
          </a:r>
          <a:endParaRPr lang="en-US"/>
        </a:p>
      </dgm:t>
    </dgm:pt>
    <dgm:pt modelId="{EEFF6AE2-C291-4F27-BB40-516C7A106B0D}" type="parTrans" cxnId="{90F16581-0513-4CE7-A63B-ACA77600E166}">
      <dgm:prSet/>
      <dgm:spPr/>
      <dgm:t>
        <a:bodyPr/>
        <a:lstStyle/>
        <a:p>
          <a:endParaRPr lang="en-US"/>
        </a:p>
      </dgm:t>
    </dgm:pt>
    <dgm:pt modelId="{8DE6D4EF-370C-4F20-91BD-11FB10AD99B0}" type="sibTrans" cxnId="{90F16581-0513-4CE7-A63B-ACA77600E166}">
      <dgm:prSet/>
      <dgm:spPr/>
      <dgm:t>
        <a:bodyPr/>
        <a:lstStyle/>
        <a:p>
          <a:endParaRPr lang="en-US"/>
        </a:p>
      </dgm:t>
    </dgm:pt>
    <dgm:pt modelId="{8AF05C19-C6DC-4648-B7C2-4992636AC77D}">
      <dgm:prSet/>
      <dgm:spPr/>
      <dgm:t>
        <a:bodyPr/>
        <a:lstStyle/>
        <a:p>
          <a:r>
            <a:rPr lang="en-IN"/>
            <a:t>Gemini will analyse the code and suggest potential improvements, like: </a:t>
          </a:r>
          <a:endParaRPr lang="en-US"/>
        </a:p>
      </dgm:t>
    </dgm:pt>
    <dgm:pt modelId="{C952F932-001B-4D4C-A119-53ADCE67D4C7}" type="parTrans" cxnId="{EEBDEED5-9214-4B6A-91BF-E8EC2229A85B}">
      <dgm:prSet/>
      <dgm:spPr/>
      <dgm:t>
        <a:bodyPr/>
        <a:lstStyle/>
        <a:p>
          <a:endParaRPr lang="en-US"/>
        </a:p>
      </dgm:t>
    </dgm:pt>
    <dgm:pt modelId="{0715DED1-9A20-4493-A45B-E0B14F3501D3}" type="sibTrans" cxnId="{EEBDEED5-9214-4B6A-91BF-E8EC2229A85B}">
      <dgm:prSet/>
      <dgm:spPr/>
      <dgm:t>
        <a:bodyPr/>
        <a:lstStyle/>
        <a:p>
          <a:endParaRPr lang="en-US"/>
        </a:p>
      </dgm:t>
    </dgm:pt>
    <dgm:pt modelId="{B1563758-4FC0-4AE7-AFAA-62E5D959C937}">
      <dgm:prSet/>
      <dgm:spPr/>
      <dgm:t>
        <a:bodyPr/>
        <a:lstStyle/>
        <a:p>
          <a:r>
            <a:rPr lang="en-IN"/>
            <a:t>Simplifying complex logic</a:t>
          </a:r>
          <a:endParaRPr lang="en-US"/>
        </a:p>
      </dgm:t>
    </dgm:pt>
    <dgm:pt modelId="{0AEC7C98-46D1-447B-9DAD-7AD4C8898B6E}" type="parTrans" cxnId="{50B77E3F-EA87-41CE-9D0A-E62461F7B4DA}">
      <dgm:prSet/>
      <dgm:spPr/>
      <dgm:t>
        <a:bodyPr/>
        <a:lstStyle/>
        <a:p>
          <a:endParaRPr lang="en-US"/>
        </a:p>
      </dgm:t>
    </dgm:pt>
    <dgm:pt modelId="{83D98F2D-69DD-4EC6-901D-3F880F4BBAB8}" type="sibTrans" cxnId="{50B77E3F-EA87-41CE-9D0A-E62461F7B4DA}">
      <dgm:prSet/>
      <dgm:spPr/>
      <dgm:t>
        <a:bodyPr/>
        <a:lstStyle/>
        <a:p>
          <a:endParaRPr lang="en-US"/>
        </a:p>
      </dgm:t>
    </dgm:pt>
    <dgm:pt modelId="{7E4CE24A-7DB1-4077-B515-FFD246B67F70}">
      <dgm:prSet/>
      <dgm:spPr/>
      <dgm:t>
        <a:bodyPr/>
        <a:lstStyle/>
        <a:p>
          <a:r>
            <a:rPr lang="en-IN"/>
            <a:t>Replacing inefficient code constructs</a:t>
          </a:r>
          <a:endParaRPr lang="en-US"/>
        </a:p>
      </dgm:t>
    </dgm:pt>
    <dgm:pt modelId="{D2E87AC7-BEEE-4F35-8BC5-4974FCFBB5D6}" type="parTrans" cxnId="{69627D5B-8719-4BA0-A304-BF87E73F11CA}">
      <dgm:prSet/>
      <dgm:spPr/>
      <dgm:t>
        <a:bodyPr/>
        <a:lstStyle/>
        <a:p>
          <a:endParaRPr lang="en-US"/>
        </a:p>
      </dgm:t>
    </dgm:pt>
    <dgm:pt modelId="{5666021A-A95E-4DBD-91F3-AFC8F453EE7D}" type="sibTrans" cxnId="{69627D5B-8719-4BA0-A304-BF87E73F11CA}">
      <dgm:prSet/>
      <dgm:spPr/>
      <dgm:t>
        <a:bodyPr/>
        <a:lstStyle/>
        <a:p>
          <a:endParaRPr lang="en-US"/>
        </a:p>
      </dgm:t>
    </dgm:pt>
    <dgm:pt modelId="{9A565336-F3AD-4875-8A88-811A24C18FD2}">
      <dgm:prSet/>
      <dgm:spPr/>
      <dgm:t>
        <a:bodyPr/>
        <a:lstStyle/>
        <a:p>
          <a:r>
            <a:rPr lang="en-IN"/>
            <a:t>Optimizing for performance</a:t>
          </a:r>
          <a:endParaRPr lang="en-US"/>
        </a:p>
      </dgm:t>
    </dgm:pt>
    <dgm:pt modelId="{B649D56E-D227-4A4A-8DDE-1DE70B55DCAF}" type="parTrans" cxnId="{F46CC2ED-E402-48F2-9ACD-06DE1C77061A}">
      <dgm:prSet/>
      <dgm:spPr/>
      <dgm:t>
        <a:bodyPr/>
        <a:lstStyle/>
        <a:p>
          <a:endParaRPr lang="en-US"/>
        </a:p>
      </dgm:t>
    </dgm:pt>
    <dgm:pt modelId="{821902D7-77F7-48A6-867B-1D7B53683CF5}" type="sibTrans" cxnId="{F46CC2ED-E402-48F2-9ACD-06DE1C77061A}">
      <dgm:prSet/>
      <dgm:spPr/>
      <dgm:t>
        <a:bodyPr/>
        <a:lstStyle/>
        <a:p>
          <a:endParaRPr lang="en-US"/>
        </a:p>
      </dgm:t>
    </dgm:pt>
    <dgm:pt modelId="{84B2376B-C25F-43A1-9414-A66016D92A65}" type="pres">
      <dgm:prSet presAssocID="{D9B0B0D8-956F-47E2-8860-80B1A0DF6CAE}" presName="root" presStyleCnt="0">
        <dgm:presLayoutVars>
          <dgm:dir/>
          <dgm:resizeHandles val="exact"/>
        </dgm:presLayoutVars>
      </dgm:prSet>
      <dgm:spPr/>
    </dgm:pt>
    <dgm:pt modelId="{CCBF1312-C2AF-443D-8EBC-C47556CDA30C}" type="pres">
      <dgm:prSet presAssocID="{DC1896CD-361A-468D-84B2-39669AE176E8}" presName="compNode" presStyleCnt="0"/>
      <dgm:spPr/>
    </dgm:pt>
    <dgm:pt modelId="{C0EE32EA-54B5-4E73-B7AD-D312C2084119}" type="pres">
      <dgm:prSet presAssocID="{DC1896CD-361A-468D-84B2-39669AE176E8}" presName="bgRect" presStyleLbl="bgShp" presStyleIdx="0" presStyleCnt="3"/>
      <dgm:spPr/>
    </dgm:pt>
    <dgm:pt modelId="{E262A025-EF10-4C97-AEBE-43191BCEA574}" type="pres">
      <dgm:prSet presAssocID="{DC1896CD-361A-468D-84B2-39669AE176E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BD95FD3E-D2FE-45CA-82E6-4809FFF002C0}" type="pres">
      <dgm:prSet presAssocID="{DC1896CD-361A-468D-84B2-39669AE176E8}" presName="spaceRect" presStyleCnt="0"/>
      <dgm:spPr/>
    </dgm:pt>
    <dgm:pt modelId="{B43FC7D4-A6D2-431C-ACD6-C3957CDE09EC}" type="pres">
      <dgm:prSet presAssocID="{DC1896CD-361A-468D-84B2-39669AE176E8}" presName="parTx" presStyleLbl="revTx" presStyleIdx="0" presStyleCnt="4">
        <dgm:presLayoutVars>
          <dgm:chMax val="0"/>
          <dgm:chPref val="0"/>
        </dgm:presLayoutVars>
      </dgm:prSet>
      <dgm:spPr/>
    </dgm:pt>
    <dgm:pt modelId="{D8841E58-2B33-4892-8194-DDEFA4BF5516}" type="pres">
      <dgm:prSet presAssocID="{61D7CF8F-BE23-4AF8-8CEC-B762826E800F}" presName="sibTrans" presStyleCnt="0"/>
      <dgm:spPr/>
    </dgm:pt>
    <dgm:pt modelId="{FEF0382C-C808-4D44-A006-3B831E15D613}" type="pres">
      <dgm:prSet presAssocID="{36AC58DB-FC53-4BDC-B2F8-22371BEBE662}" presName="compNode" presStyleCnt="0"/>
      <dgm:spPr/>
    </dgm:pt>
    <dgm:pt modelId="{B341736F-77B2-41C6-9BD4-D751D486CE0B}" type="pres">
      <dgm:prSet presAssocID="{36AC58DB-FC53-4BDC-B2F8-22371BEBE662}" presName="bgRect" presStyleLbl="bgShp" presStyleIdx="1" presStyleCnt="3"/>
      <dgm:spPr/>
    </dgm:pt>
    <dgm:pt modelId="{6765ADF2-5594-42BA-9DDB-00A5A911220D}" type="pres">
      <dgm:prSet presAssocID="{36AC58DB-FC53-4BDC-B2F8-22371BEBE66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5C0FB616-0546-49A4-AE5F-A67F2AE8D24A}" type="pres">
      <dgm:prSet presAssocID="{36AC58DB-FC53-4BDC-B2F8-22371BEBE662}" presName="spaceRect" presStyleCnt="0"/>
      <dgm:spPr/>
    </dgm:pt>
    <dgm:pt modelId="{1EA08FFA-7574-429F-9D9A-E25FE176A342}" type="pres">
      <dgm:prSet presAssocID="{36AC58DB-FC53-4BDC-B2F8-22371BEBE662}" presName="parTx" presStyleLbl="revTx" presStyleIdx="1" presStyleCnt="4">
        <dgm:presLayoutVars>
          <dgm:chMax val="0"/>
          <dgm:chPref val="0"/>
        </dgm:presLayoutVars>
      </dgm:prSet>
      <dgm:spPr/>
    </dgm:pt>
    <dgm:pt modelId="{2DEFAED6-C9E9-4CE7-98B0-433B7AB620DD}" type="pres">
      <dgm:prSet presAssocID="{8DE6D4EF-370C-4F20-91BD-11FB10AD99B0}" presName="sibTrans" presStyleCnt="0"/>
      <dgm:spPr/>
    </dgm:pt>
    <dgm:pt modelId="{9C036AB9-0660-4BC6-8EF7-BE82A871CA33}" type="pres">
      <dgm:prSet presAssocID="{8AF05C19-C6DC-4648-B7C2-4992636AC77D}" presName="compNode" presStyleCnt="0"/>
      <dgm:spPr/>
    </dgm:pt>
    <dgm:pt modelId="{1C032E46-EBD7-4FAE-B72E-D84AFBF36D0F}" type="pres">
      <dgm:prSet presAssocID="{8AF05C19-C6DC-4648-B7C2-4992636AC77D}" presName="bgRect" presStyleLbl="bgShp" presStyleIdx="2" presStyleCnt="3"/>
      <dgm:spPr/>
    </dgm:pt>
    <dgm:pt modelId="{C4B4ED55-A92E-4030-8E93-8D31851AB6C1}" type="pres">
      <dgm:prSet presAssocID="{8AF05C19-C6DC-4648-B7C2-4992636AC77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DA872C8-0411-4609-B5B6-ECD60223C77B}" type="pres">
      <dgm:prSet presAssocID="{8AF05C19-C6DC-4648-B7C2-4992636AC77D}" presName="spaceRect" presStyleCnt="0"/>
      <dgm:spPr/>
    </dgm:pt>
    <dgm:pt modelId="{CD1EB5FF-EF0D-4B0D-9386-78B87196666C}" type="pres">
      <dgm:prSet presAssocID="{8AF05C19-C6DC-4648-B7C2-4992636AC77D}" presName="parTx" presStyleLbl="revTx" presStyleIdx="2" presStyleCnt="4">
        <dgm:presLayoutVars>
          <dgm:chMax val="0"/>
          <dgm:chPref val="0"/>
        </dgm:presLayoutVars>
      </dgm:prSet>
      <dgm:spPr/>
    </dgm:pt>
    <dgm:pt modelId="{C6C9669D-5AE3-4DF0-8305-AB40071F754A}" type="pres">
      <dgm:prSet presAssocID="{8AF05C19-C6DC-4648-B7C2-4992636AC77D}" presName="desTx" presStyleLbl="revTx" presStyleIdx="3" presStyleCnt="4">
        <dgm:presLayoutVars/>
      </dgm:prSet>
      <dgm:spPr/>
    </dgm:pt>
  </dgm:ptLst>
  <dgm:cxnLst>
    <dgm:cxn modelId="{FDF45612-7E3C-4AB3-91CE-4F093AD5741C}" type="presOf" srcId="{8AF05C19-C6DC-4648-B7C2-4992636AC77D}" destId="{CD1EB5FF-EF0D-4B0D-9386-78B87196666C}" srcOrd="0" destOrd="0" presId="urn:microsoft.com/office/officeart/2018/2/layout/IconVerticalSolidList"/>
    <dgm:cxn modelId="{50B77E3F-EA87-41CE-9D0A-E62461F7B4DA}" srcId="{8AF05C19-C6DC-4648-B7C2-4992636AC77D}" destId="{B1563758-4FC0-4AE7-AFAA-62E5D959C937}" srcOrd="0" destOrd="0" parTransId="{0AEC7C98-46D1-447B-9DAD-7AD4C8898B6E}" sibTransId="{83D98F2D-69DD-4EC6-901D-3F880F4BBAB8}"/>
    <dgm:cxn modelId="{5BCA304D-FDEA-4A20-BE1B-E6FAE7D79042}" type="presOf" srcId="{36AC58DB-FC53-4BDC-B2F8-22371BEBE662}" destId="{1EA08FFA-7574-429F-9D9A-E25FE176A342}" srcOrd="0" destOrd="0" presId="urn:microsoft.com/office/officeart/2018/2/layout/IconVerticalSolidList"/>
    <dgm:cxn modelId="{5DB3E554-135E-4EC9-B7E6-2748B3602DB4}" type="presOf" srcId="{9A565336-F3AD-4875-8A88-811A24C18FD2}" destId="{C6C9669D-5AE3-4DF0-8305-AB40071F754A}" srcOrd="0" destOrd="2" presId="urn:microsoft.com/office/officeart/2018/2/layout/IconVerticalSolidList"/>
    <dgm:cxn modelId="{A756715B-121C-4DD1-982E-C653D37B7C5B}" type="presOf" srcId="{D9B0B0D8-956F-47E2-8860-80B1A0DF6CAE}" destId="{84B2376B-C25F-43A1-9414-A66016D92A65}" srcOrd="0" destOrd="0" presId="urn:microsoft.com/office/officeart/2018/2/layout/IconVerticalSolidList"/>
    <dgm:cxn modelId="{69627D5B-8719-4BA0-A304-BF87E73F11CA}" srcId="{8AF05C19-C6DC-4648-B7C2-4992636AC77D}" destId="{7E4CE24A-7DB1-4077-B515-FFD246B67F70}" srcOrd="1" destOrd="0" parTransId="{D2E87AC7-BEEE-4F35-8BC5-4974FCFBB5D6}" sibTransId="{5666021A-A95E-4DBD-91F3-AFC8F453EE7D}"/>
    <dgm:cxn modelId="{90F16581-0513-4CE7-A63B-ACA77600E166}" srcId="{D9B0B0D8-956F-47E2-8860-80B1A0DF6CAE}" destId="{36AC58DB-FC53-4BDC-B2F8-22371BEBE662}" srcOrd="1" destOrd="0" parTransId="{EEFF6AE2-C291-4F27-BB40-516C7A106B0D}" sibTransId="{8DE6D4EF-370C-4F20-91BD-11FB10AD99B0}"/>
    <dgm:cxn modelId="{5D6ADAC3-05FF-462D-9CE5-791EF156B39C}" type="presOf" srcId="{7E4CE24A-7DB1-4077-B515-FFD246B67F70}" destId="{C6C9669D-5AE3-4DF0-8305-AB40071F754A}" srcOrd="0" destOrd="1" presId="urn:microsoft.com/office/officeart/2018/2/layout/IconVerticalSolidList"/>
    <dgm:cxn modelId="{EB0CA9C4-4090-4F40-BF7B-9E54DD0A3702}" srcId="{D9B0B0D8-956F-47E2-8860-80B1A0DF6CAE}" destId="{DC1896CD-361A-468D-84B2-39669AE176E8}" srcOrd="0" destOrd="0" parTransId="{AAC3EBEE-F56D-4EBD-9EB5-834863728878}" sibTransId="{61D7CF8F-BE23-4AF8-8CEC-B762826E800F}"/>
    <dgm:cxn modelId="{A9BB24D2-1D04-4617-B115-9D845078AADE}" type="presOf" srcId="{DC1896CD-361A-468D-84B2-39669AE176E8}" destId="{B43FC7D4-A6D2-431C-ACD6-C3957CDE09EC}" srcOrd="0" destOrd="0" presId="urn:microsoft.com/office/officeart/2018/2/layout/IconVerticalSolidList"/>
    <dgm:cxn modelId="{EEBDEED5-9214-4B6A-91BF-E8EC2229A85B}" srcId="{D9B0B0D8-956F-47E2-8860-80B1A0DF6CAE}" destId="{8AF05C19-C6DC-4648-B7C2-4992636AC77D}" srcOrd="2" destOrd="0" parTransId="{C952F932-001B-4D4C-A119-53ADCE67D4C7}" sibTransId="{0715DED1-9A20-4493-A45B-E0B14F3501D3}"/>
    <dgm:cxn modelId="{9EF6C9EA-6EEB-4899-97D5-B36D3DCD4272}" type="presOf" srcId="{B1563758-4FC0-4AE7-AFAA-62E5D959C937}" destId="{C6C9669D-5AE3-4DF0-8305-AB40071F754A}" srcOrd="0" destOrd="0" presId="urn:microsoft.com/office/officeart/2018/2/layout/IconVerticalSolidList"/>
    <dgm:cxn modelId="{F46CC2ED-E402-48F2-9ACD-06DE1C77061A}" srcId="{8AF05C19-C6DC-4648-B7C2-4992636AC77D}" destId="{9A565336-F3AD-4875-8A88-811A24C18FD2}" srcOrd="2" destOrd="0" parTransId="{B649D56E-D227-4A4A-8DDE-1DE70B55DCAF}" sibTransId="{821902D7-77F7-48A6-867B-1D7B53683CF5}"/>
    <dgm:cxn modelId="{A88C0045-4415-4C94-8871-FC67E33DF2FC}" type="presParOf" srcId="{84B2376B-C25F-43A1-9414-A66016D92A65}" destId="{CCBF1312-C2AF-443D-8EBC-C47556CDA30C}" srcOrd="0" destOrd="0" presId="urn:microsoft.com/office/officeart/2018/2/layout/IconVerticalSolidList"/>
    <dgm:cxn modelId="{4548A8CC-697C-4C82-B9D0-E5123F24DC01}" type="presParOf" srcId="{CCBF1312-C2AF-443D-8EBC-C47556CDA30C}" destId="{C0EE32EA-54B5-4E73-B7AD-D312C2084119}" srcOrd="0" destOrd="0" presId="urn:microsoft.com/office/officeart/2018/2/layout/IconVerticalSolidList"/>
    <dgm:cxn modelId="{BADBCB58-2130-4877-82FD-DC986A54F3C0}" type="presParOf" srcId="{CCBF1312-C2AF-443D-8EBC-C47556CDA30C}" destId="{E262A025-EF10-4C97-AEBE-43191BCEA574}" srcOrd="1" destOrd="0" presId="urn:microsoft.com/office/officeart/2018/2/layout/IconVerticalSolidList"/>
    <dgm:cxn modelId="{38AD2D5B-286E-42E9-AF4B-3DB6E15C3A17}" type="presParOf" srcId="{CCBF1312-C2AF-443D-8EBC-C47556CDA30C}" destId="{BD95FD3E-D2FE-45CA-82E6-4809FFF002C0}" srcOrd="2" destOrd="0" presId="urn:microsoft.com/office/officeart/2018/2/layout/IconVerticalSolidList"/>
    <dgm:cxn modelId="{7DB24B82-236D-489C-B9E3-28A114924918}" type="presParOf" srcId="{CCBF1312-C2AF-443D-8EBC-C47556CDA30C}" destId="{B43FC7D4-A6D2-431C-ACD6-C3957CDE09EC}" srcOrd="3" destOrd="0" presId="urn:microsoft.com/office/officeart/2018/2/layout/IconVerticalSolidList"/>
    <dgm:cxn modelId="{FED79111-FCFE-47DB-AA88-A392A67A8B99}" type="presParOf" srcId="{84B2376B-C25F-43A1-9414-A66016D92A65}" destId="{D8841E58-2B33-4892-8194-DDEFA4BF5516}" srcOrd="1" destOrd="0" presId="urn:microsoft.com/office/officeart/2018/2/layout/IconVerticalSolidList"/>
    <dgm:cxn modelId="{E0742C87-0FF6-4039-B3BA-F1D851D708D0}" type="presParOf" srcId="{84B2376B-C25F-43A1-9414-A66016D92A65}" destId="{FEF0382C-C808-4D44-A006-3B831E15D613}" srcOrd="2" destOrd="0" presId="urn:microsoft.com/office/officeart/2018/2/layout/IconVerticalSolidList"/>
    <dgm:cxn modelId="{88D7698E-5439-4CD7-BD10-69FC7ED612DF}" type="presParOf" srcId="{FEF0382C-C808-4D44-A006-3B831E15D613}" destId="{B341736F-77B2-41C6-9BD4-D751D486CE0B}" srcOrd="0" destOrd="0" presId="urn:microsoft.com/office/officeart/2018/2/layout/IconVerticalSolidList"/>
    <dgm:cxn modelId="{C2DF8581-66FF-4760-8E42-1B03FA1CCF23}" type="presParOf" srcId="{FEF0382C-C808-4D44-A006-3B831E15D613}" destId="{6765ADF2-5594-42BA-9DDB-00A5A911220D}" srcOrd="1" destOrd="0" presId="urn:microsoft.com/office/officeart/2018/2/layout/IconVerticalSolidList"/>
    <dgm:cxn modelId="{EB3D550F-66EF-40BD-A640-2407703AAEEC}" type="presParOf" srcId="{FEF0382C-C808-4D44-A006-3B831E15D613}" destId="{5C0FB616-0546-49A4-AE5F-A67F2AE8D24A}" srcOrd="2" destOrd="0" presId="urn:microsoft.com/office/officeart/2018/2/layout/IconVerticalSolidList"/>
    <dgm:cxn modelId="{A4649627-552B-477F-9943-2F537AF8E043}" type="presParOf" srcId="{FEF0382C-C808-4D44-A006-3B831E15D613}" destId="{1EA08FFA-7574-429F-9D9A-E25FE176A342}" srcOrd="3" destOrd="0" presId="urn:microsoft.com/office/officeart/2018/2/layout/IconVerticalSolidList"/>
    <dgm:cxn modelId="{74D80959-08EB-4349-B54D-5AB912083F27}" type="presParOf" srcId="{84B2376B-C25F-43A1-9414-A66016D92A65}" destId="{2DEFAED6-C9E9-4CE7-98B0-433B7AB620DD}" srcOrd="3" destOrd="0" presId="urn:microsoft.com/office/officeart/2018/2/layout/IconVerticalSolidList"/>
    <dgm:cxn modelId="{13E87A7D-6FFA-4209-9948-4289DB7FB41D}" type="presParOf" srcId="{84B2376B-C25F-43A1-9414-A66016D92A65}" destId="{9C036AB9-0660-4BC6-8EF7-BE82A871CA33}" srcOrd="4" destOrd="0" presId="urn:microsoft.com/office/officeart/2018/2/layout/IconVerticalSolidList"/>
    <dgm:cxn modelId="{8EB36E17-C945-480B-97ED-37DEB0E2B710}" type="presParOf" srcId="{9C036AB9-0660-4BC6-8EF7-BE82A871CA33}" destId="{1C032E46-EBD7-4FAE-B72E-D84AFBF36D0F}" srcOrd="0" destOrd="0" presId="urn:microsoft.com/office/officeart/2018/2/layout/IconVerticalSolidList"/>
    <dgm:cxn modelId="{B5A40D96-6EAE-40B7-87EF-B2041E5BC8D4}" type="presParOf" srcId="{9C036AB9-0660-4BC6-8EF7-BE82A871CA33}" destId="{C4B4ED55-A92E-4030-8E93-8D31851AB6C1}" srcOrd="1" destOrd="0" presId="urn:microsoft.com/office/officeart/2018/2/layout/IconVerticalSolidList"/>
    <dgm:cxn modelId="{B767E9C8-7794-4A79-B3C4-DCD788512A35}" type="presParOf" srcId="{9C036AB9-0660-4BC6-8EF7-BE82A871CA33}" destId="{CDA872C8-0411-4609-B5B6-ECD60223C77B}" srcOrd="2" destOrd="0" presId="urn:microsoft.com/office/officeart/2018/2/layout/IconVerticalSolidList"/>
    <dgm:cxn modelId="{3DABBB6C-EDFA-49F6-8DD3-52456856F0F6}" type="presParOf" srcId="{9C036AB9-0660-4BC6-8EF7-BE82A871CA33}" destId="{CD1EB5FF-EF0D-4B0D-9386-78B87196666C}" srcOrd="3" destOrd="0" presId="urn:microsoft.com/office/officeart/2018/2/layout/IconVerticalSolidList"/>
    <dgm:cxn modelId="{10D8F346-FE53-4965-BEE5-5873AB83B7F9}" type="presParOf" srcId="{9C036AB9-0660-4BC6-8EF7-BE82A871CA33}" destId="{C6C9669D-5AE3-4DF0-8305-AB40071F754A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BB69028-454E-47F5-8F03-0B233B4B85F7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74B9714-B1E5-4C92-BB5E-7B4A9D154E68}">
      <dgm:prSet/>
      <dgm:spPr/>
      <dgm:t>
        <a:bodyPr/>
        <a:lstStyle/>
        <a:p>
          <a:r>
            <a:rPr lang="en-IN"/>
            <a:t>Generate unit tests to ensure code functionality. </a:t>
          </a:r>
          <a:endParaRPr lang="en-US"/>
        </a:p>
      </dgm:t>
    </dgm:pt>
    <dgm:pt modelId="{63E64EEE-BD56-4270-A765-3B44024A5A52}" type="parTrans" cxnId="{C082BFF0-51AA-469D-8D41-C5F6E0C69583}">
      <dgm:prSet/>
      <dgm:spPr/>
      <dgm:t>
        <a:bodyPr/>
        <a:lstStyle/>
        <a:p>
          <a:endParaRPr lang="en-US"/>
        </a:p>
      </dgm:t>
    </dgm:pt>
    <dgm:pt modelId="{5E7A7F12-856D-4796-AD17-22DEC26EECA7}" type="sibTrans" cxnId="{C082BFF0-51AA-469D-8D41-C5F6E0C6958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5A2FCDE-6DE4-4629-B56B-296C31FF6106}">
      <dgm:prSet/>
      <dgm:spPr/>
      <dgm:t>
        <a:bodyPr/>
        <a:lstStyle/>
        <a:p>
          <a:r>
            <a:rPr lang="en-IN"/>
            <a:t>Describe the desired test scenario to Gemini. </a:t>
          </a:r>
          <a:endParaRPr lang="en-US"/>
        </a:p>
      </dgm:t>
    </dgm:pt>
    <dgm:pt modelId="{986D9D1A-1672-4F36-A3B8-02B081F33B6D}" type="parTrans" cxnId="{E9990218-B304-403A-A1C0-3AC2AF8C47C9}">
      <dgm:prSet/>
      <dgm:spPr/>
      <dgm:t>
        <a:bodyPr/>
        <a:lstStyle/>
        <a:p>
          <a:endParaRPr lang="en-US"/>
        </a:p>
      </dgm:t>
    </dgm:pt>
    <dgm:pt modelId="{2D1ABCE7-880B-4DF2-A18A-B772A5FA2517}" type="sibTrans" cxnId="{E9990218-B304-403A-A1C0-3AC2AF8C47C9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3C1F1496-DE3A-499A-A85D-2363258F1277}">
      <dgm:prSet/>
      <dgm:spPr/>
      <dgm:t>
        <a:bodyPr/>
        <a:lstStyle/>
        <a:p>
          <a:r>
            <a:rPr lang="en-IN"/>
            <a:t>Gemini will create unit tests that validate your code's behavior.</a:t>
          </a:r>
          <a:endParaRPr lang="en-US"/>
        </a:p>
      </dgm:t>
    </dgm:pt>
    <dgm:pt modelId="{A3D114F2-0471-470F-A1DB-DD41A375A6D3}" type="parTrans" cxnId="{2A8BB45D-5006-47AF-837A-010F389A8593}">
      <dgm:prSet/>
      <dgm:spPr/>
      <dgm:t>
        <a:bodyPr/>
        <a:lstStyle/>
        <a:p>
          <a:endParaRPr lang="en-US"/>
        </a:p>
      </dgm:t>
    </dgm:pt>
    <dgm:pt modelId="{A328275E-AF04-47EF-8B95-F98D170D452F}" type="sibTrans" cxnId="{2A8BB45D-5006-47AF-837A-010F389A8593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B77E5B5E-016A-A34B-AF96-BDD07CA97DBD}" type="pres">
      <dgm:prSet presAssocID="{4BB69028-454E-47F5-8F03-0B233B4B85F7}" presName="Name0" presStyleCnt="0">
        <dgm:presLayoutVars>
          <dgm:animLvl val="lvl"/>
          <dgm:resizeHandles val="exact"/>
        </dgm:presLayoutVars>
      </dgm:prSet>
      <dgm:spPr/>
    </dgm:pt>
    <dgm:pt modelId="{DF3C681F-9D03-A14B-8E45-CB247E13E4B4}" type="pres">
      <dgm:prSet presAssocID="{174B9714-B1E5-4C92-BB5E-7B4A9D154E68}" presName="compositeNode" presStyleCnt="0">
        <dgm:presLayoutVars>
          <dgm:bulletEnabled val="1"/>
        </dgm:presLayoutVars>
      </dgm:prSet>
      <dgm:spPr/>
    </dgm:pt>
    <dgm:pt modelId="{D7BCE281-E812-C74C-B635-ED19B814881F}" type="pres">
      <dgm:prSet presAssocID="{174B9714-B1E5-4C92-BB5E-7B4A9D154E68}" presName="bgRect" presStyleLbl="alignNode1" presStyleIdx="0" presStyleCnt="3"/>
      <dgm:spPr/>
    </dgm:pt>
    <dgm:pt modelId="{C4C3B06A-384E-4C4D-BF75-448CC21763BB}" type="pres">
      <dgm:prSet presAssocID="{5E7A7F12-856D-4796-AD17-22DEC26EECA7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351F4BBE-6293-AD44-90FD-0C2DCD9DB218}" type="pres">
      <dgm:prSet presAssocID="{174B9714-B1E5-4C92-BB5E-7B4A9D154E68}" presName="nodeRect" presStyleLbl="alignNode1" presStyleIdx="0" presStyleCnt="3">
        <dgm:presLayoutVars>
          <dgm:bulletEnabled val="1"/>
        </dgm:presLayoutVars>
      </dgm:prSet>
      <dgm:spPr/>
    </dgm:pt>
    <dgm:pt modelId="{62DDD5F2-0186-094A-AFA6-EC1F83156CA9}" type="pres">
      <dgm:prSet presAssocID="{5E7A7F12-856D-4796-AD17-22DEC26EECA7}" presName="sibTrans" presStyleCnt="0"/>
      <dgm:spPr/>
    </dgm:pt>
    <dgm:pt modelId="{7299DA76-A81F-8C4F-B8CC-8893896E8EE7}" type="pres">
      <dgm:prSet presAssocID="{25A2FCDE-6DE4-4629-B56B-296C31FF6106}" presName="compositeNode" presStyleCnt="0">
        <dgm:presLayoutVars>
          <dgm:bulletEnabled val="1"/>
        </dgm:presLayoutVars>
      </dgm:prSet>
      <dgm:spPr/>
    </dgm:pt>
    <dgm:pt modelId="{18ADF26F-4727-4A4F-9049-E5032CD1A488}" type="pres">
      <dgm:prSet presAssocID="{25A2FCDE-6DE4-4629-B56B-296C31FF6106}" presName="bgRect" presStyleLbl="alignNode1" presStyleIdx="1" presStyleCnt="3"/>
      <dgm:spPr/>
    </dgm:pt>
    <dgm:pt modelId="{1F82A229-38E4-994F-A80B-6F1BE2890F6C}" type="pres">
      <dgm:prSet presAssocID="{2D1ABCE7-880B-4DF2-A18A-B772A5FA2517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6466956C-7CD2-B143-92AE-AA0CD8422D35}" type="pres">
      <dgm:prSet presAssocID="{25A2FCDE-6DE4-4629-B56B-296C31FF6106}" presName="nodeRect" presStyleLbl="alignNode1" presStyleIdx="1" presStyleCnt="3">
        <dgm:presLayoutVars>
          <dgm:bulletEnabled val="1"/>
        </dgm:presLayoutVars>
      </dgm:prSet>
      <dgm:spPr/>
    </dgm:pt>
    <dgm:pt modelId="{F361BF54-D8A9-094B-A71F-4667753C7768}" type="pres">
      <dgm:prSet presAssocID="{2D1ABCE7-880B-4DF2-A18A-B772A5FA2517}" presName="sibTrans" presStyleCnt="0"/>
      <dgm:spPr/>
    </dgm:pt>
    <dgm:pt modelId="{B0412EC8-DF02-C948-BD7C-27396CA201C9}" type="pres">
      <dgm:prSet presAssocID="{3C1F1496-DE3A-499A-A85D-2363258F1277}" presName="compositeNode" presStyleCnt="0">
        <dgm:presLayoutVars>
          <dgm:bulletEnabled val="1"/>
        </dgm:presLayoutVars>
      </dgm:prSet>
      <dgm:spPr/>
    </dgm:pt>
    <dgm:pt modelId="{9D2F51B7-CF4B-884A-93E9-B282BFC32E72}" type="pres">
      <dgm:prSet presAssocID="{3C1F1496-DE3A-499A-A85D-2363258F1277}" presName="bgRect" presStyleLbl="alignNode1" presStyleIdx="2" presStyleCnt="3"/>
      <dgm:spPr/>
    </dgm:pt>
    <dgm:pt modelId="{955D6C93-360E-6943-8E7F-ECA1068FF032}" type="pres">
      <dgm:prSet presAssocID="{A328275E-AF04-47EF-8B95-F98D170D452F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8C37640D-E350-0548-AD21-C7679C31534B}" type="pres">
      <dgm:prSet presAssocID="{3C1F1496-DE3A-499A-A85D-2363258F1277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E9990218-B304-403A-A1C0-3AC2AF8C47C9}" srcId="{4BB69028-454E-47F5-8F03-0B233B4B85F7}" destId="{25A2FCDE-6DE4-4629-B56B-296C31FF6106}" srcOrd="1" destOrd="0" parTransId="{986D9D1A-1672-4F36-A3B8-02B081F33B6D}" sibTransId="{2D1ABCE7-880B-4DF2-A18A-B772A5FA2517}"/>
    <dgm:cxn modelId="{2A8BB45D-5006-47AF-837A-010F389A8593}" srcId="{4BB69028-454E-47F5-8F03-0B233B4B85F7}" destId="{3C1F1496-DE3A-499A-A85D-2363258F1277}" srcOrd="2" destOrd="0" parTransId="{A3D114F2-0471-470F-A1DB-DD41A375A6D3}" sibTransId="{A328275E-AF04-47EF-8B95-F98D170D452F}"/>
    <dgm:cxn modelId="{19149E63-6FDB-FA49-B226-6DE5FBC26602}" type="presOf" srcId="{174B9714-B1E5-4C92-BB5E-7B4A9D154E68}" destId="{D7BCE281-E812-C74C-B635-ED19B814881F}" srcOrd="0" destOrd="0" presId="urn:microsoft.com/office/officeart/2016/7/layout/LinearBlockProcessNumbered"/>
    <dgm:cxn modelId="{7718658D-6D6B-D149-A976-4E6791B072E7}" type="presOf" srcId="{5E7A7F12-856D-4796-AD17-22DEC26EECA7}" destId="{C4C3B06A-384E-4C4D-BF75-448CC21763BB}" srcOrd="0" destOrd="0" presId="urn:microsoft.com/office/officeart/2016/7/layout/LinearBlockProcessNumbered"/>
    <dgm:cxn modelId="{83E0F28D-1C11-AF4B-948F-4810EA77FDA5}" type="presOf" srcId="{2D1ABCE7-880B-4DF2-A18A-B772A5FA2517}" destId="{1F82A229-38E4-994F-A80B-6F1BE2890F6C}" srcOrd="0" destOrd="0" presId="urn:microsoft.com/office/officeart/2016/7/layout/LinearBlockProcessNumbered"/>
    <dgm:cxn modelId="{2ADB4798-969C-D049-BF4C-46F5AE87C543}" type="presOf" srcId="{3C1F1496-DE3A-499A-A85D-2363258F1277}" destId="{9D2F51B7-CF4B-884A-93E9-B282BFC32E72}" srcOrd="0" destOrd="0" presId="urn:microsoft.com/office/officeart/2016/7/layout/LinearBlockProcessNumbered"/>
    <dgm:cxn modelId="{343D56A5-B567-C745-BC57-FD07207D5014}" type="presOf" srcId="{25A2FCDE-6DE4-4629-B56B-296C31FF6106}" destId="{18ADF26F-4727-4A4F-9049-E5032CD1A488}" srcOrd="0" destOrd="0" presId="urn:microsoft.com/office/officeart/2016/7/layout/LinearBlockProcessNumbered"/>
    <dgm:cxn modelId="{C152F3C4-2E3C-CA49-83AF-8DE461A4F852}" type="presOf" srcId="{25A2FCDE-6DE4-4629-B56B-296C31FF6106}" destId="{6466956C-7CD2-B143-92AE-AA0CD8422D35}" srcOrd="1" destOrd="0" presId="urn:microsoft.com/office/officeart/2016/7/layout/LinearBlockProcessNumbered"/>
    <dgm:cxn modelId="{1047E0CE-43B5-8E4D-8A84-73D4B451084F}" type="presOf" srcId="{4BB69028-454E-47F5-8F03-0B233B4B85F7}" destId="{B77E5B5E-016A-A34B-AF96-BDD07CA97DBD}" srcOrd="0" destOrd="0" presId="urn:microsoft.com/office/officeart/2016/7/layout/LinearBlockProcessNumbered"/>
    <dgm:cxn modelId="{C082BFF0-51AA-469D-8D41-C5F6E0C69583}" srcId="{4BB69028-454E-47F5-8F03-0B233B4B85F7}" destId="{174B9714-B1E5-4C92-BB5E-7B4A9D154E68}" srcOrd="0" destOrd="0" parTransId="{63E64EEE-BD56-4270-A765-3B44024A5A52}" sibTransId="{5E7A7F12-856D-4796-AD17-22DEC26EECA7}"/>
    <dgm:cxn modelId="{C2CF13FA-235C-4045-BFB6-2E623DE43E6F}" type="presOf" srcId="{A328275E-AF04-47EF-8B95-F98D170D452F}" destId="{955D6C93-360E-6943-8E7F-ECA1068FF032}" srcOrd="0" destOrd="0" presId="urn:microsoft.com/office/officeart/2016/7/layout/LinearBlockProcessNumbered"/>
    <dgm:cxn modelId="{DD7696FA-4788-2B44-BC76-E04CDBF49025}" type="presOf" srcId="{3C1F1496-DE3A-499A-A85D-2363258F1277}" destId="{8C37640D-E350-0548-AD21-C7679C31534B}" srcOrd="1" destOrd="0" presId="urn:microsoft.com/office/officeart/2016/7/layout/LinearBlockProcessNumbered"/>
    <dgm:cxn modelId="{60111EFC-6340-4044-AAB3-771729CEE993}" type="presOf" srcId="{174B9714-B1E5-4C92-BB5E-7B4A9D154E68}" destId="{351F4BBE-6293-AD44-90FD-0C2DCD9DB218}" srcOrd="1" destOrd="0" presId="urn:microsoft.com/office/officeart/2016/7/layout/LinearBlockProcessNumbered"/>
    <dgm:cxn modelId="{F94A9045-C9C3-2D40-95D3-27CAD2788606}" type="presParOf" srcId="{B77E5B5E-016A-A34B-AF96-BDD07CA97DBD}" destId="{DF3C681F-9D03-A14B-8E45-CB247E13E4B4}" srcOrd="0" destOrd="0" presId="urn:microsoft.com/office/officeart/2016/7/layout/LinearBlockProcessNumbered"/>
    <dgm:cxn modelId="{B5E20E94-C987-8B49-B672-22CD8469AAE8}" type="presParOf" srcId="{DF3C681F-9D03-A14B-8E45-CB247E13E4B4}" destId="{D7BCE281-E812-C74C-B635-ED19B814881F}" srcOrd="0" destOrd="0" presId="urn:microsoft.com/office/officeart/2016/7/layout/LinearBlockProcessNumbered"/>
    <dgm:cxn modelId="{07F75673-1A52-0742-92C3-15BB6CE69D24}" type="presParOf" srcId="{DF3C681F-9D03-A14B-8E45-CB247E13E4B4}" destId="{C4C3B06A-384E-4C4D-BF75-448CC21763BB}" srcOrd="1" destOrd="0" presId="urn:microsoft.com/office/officeart/2016/7/layout/LinearBlockProcessNumbered"/>
    <dgm:cxn modelId="{2BF68AB7-4385-A740-932B-AA5FE1A37EAD}" type="presParOf" srcId="{DF3C681F-9D03-A14B-8E45-CB247E13E4B4}" destId="{351F4BBE-6293-AD44-90FD-0C2DCD9DB218}" srcOrd="2" destOrd="0" presId="urn:microsoft.com/office/officeart/2016/7/layout/LinearBlockProcessNumbered"/>
    <dgm:cxn modelId="{5090245B-844C-AA4C-B459-3DBC6C426AAC}" type="presParOf" srcId="{B77E5B5E-016A-A34B-AF96-BDD07CA97DBD}" destId="{62DDD5F2-0186-094A-AFA6-EC1F83156CA9}" srcOrd="1" destOrd="0" presId="urn:microsoft.com/office/officeart/2016/7/layout/LinearBlockProcessNumbered"/>
    <dgm:cxn modelId="{A4164860-1A80-4D43-8C5B-359E6A5EDB5D}" type="presParOf" srcId="{B77E5B5E-016A-A34B-AF96-BDD07CA97DBD}" destId="{7299DA76-A81F-8C4F-B8CC-8893896E8EE7}" srcOrd="2" destOrd="0" presId="urn:microsoft.com/office/officeart/2016/7/layout/LinearBlockProcessNumbered"/>
    <dgm:cxn modelId="{284CF180-54FE-6849-B0C7-58FEB959E3EC}" type="presParOf" srcId="{7299DA76-A81F-8C4F-B8CC-8893896E8EE7}" destId="{18ADF26F-4727-4A4F-9049-E5032CD1A488}" srcOrd="0" destOrd="0" presId="urn:microsoft.com/office/officeart/2016/7/layout/LinearBlockProcessNumbered"/>
    <dgm:cxn modelId="{98CDA36D-B6A7-A04C-9884-2B8DB765DAED}" type="presParOf" srcId="{7299DA76-A81F-8C4F-B8CC-8893896E8EE7}" destId="{1F82A229-38E4-994F-A80B-6F1BE2890F6C}" srcOrd="1" destOrd="0" presId="urn:microsoft.com/office/officeart/2016/7/layout/LinearBlockProcessNumbered"/>
    <dgm:cxn modelId="{FC734C75-0408-6F4F-9D8E-3748F1FAA22F}" type="presParOf" srcId="{7299DA76-A81F-8C4F-B8CC-8893896E8EE7}" destId="{6466956C-7CD2-B143-92AE-AA0CD8422D35}" srcOrd="2" destOrd="0" presId="urn:microsoft.com/office/officeart/2016/7/layout/LinearBlockProcessNumbered"/>
    <dgm:cxn modelId="{F5123266-7006-E842-879D-670F4A205B67}" type="presParOf" srcId="{B77E5B5E-016A-A34B-AF96-BDD07CA97DBD}" destId="{F361BF54-D8A9-094B-A71F-4667753C7768}" srcOrd="3" destOrd="0" presId="urn:microsoft.com/office/officeart/2016/7/layout/LinearBlockProcessNumbered"/>
    <dgm:cxn modelId="{FDAA747C-71C6-5B4B-8071-7E76C73CDA3A}" type="presParOf" srcId="{B77E5B5E-016A-A34B-AF96-BDD07CA97DBD}" destId="{B0412EC8-DF02-C948-BD7C-27396CA201C9}" srcOrd="4" destOrd="0" presId="urn:microsoft.com/office/officeart/2016/7/layout/LinearBlockProcessNumbered"/>
    <dgm:cxn modelId="{13C4DBB7-6F87-D546-82DE-196A02F18BA5}" type="presParOf" srcId="{B0412EC8-DF02-C948-BD7C-27396CA201C9}" destId="{9D2F51B7-CF4B-884A-93E9-B282BFC32E72}" srcOrd="0" destOrd="0" presId="urn:microsoft.com/office/officeart/2016/7/layout/LinearBlockProcessNumbered"/>
    <dgm:cxn modelId="{E2B42027-D550-4145-A7CB-55C7E5A56BD0}" type="presParOf" srcId="{B0412EC8-DF02-C948-BD7C-27396CA201C9}" destId="{955D6C93-360E-6943-8E7F-ECA1068FF032}" srcOrd="1" destOrd="0" presId="urn:microsoft.com/office/officeart/2016/7/layout/LinearBlockProcessNumbered"/>
    <dgm:cxn modelId="{CAAF1E16-82CF-E741-96B8-022E0BD05B25}" type="presParOf" srcId="{B0412EC8-DF02-C948-BD7C-27396CA201C9}" destId="{8C37640D-E350-0548-AD21-C7679C31534B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9F4A98F-ADB9-4FA7-BAB4-74D5B1BB863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80D642-63CD-4EAB-8C7E-C28FEAF87046}">
      <dgm:prSet/>
      <dgm:spPr/>
      <dgm:t>
        <a:bodyPr/>
        <a:lstStyle/>
        <a:p>
          <a:r>
            <a:rPr lang="en-IN"/>
            <a:t>As LLMs continue to evolve, Gemini's capabilities will expand, offering even more powerful tools for Android developers.</a:t>
          </a:r>
          <a:endParaRPr lang="en-US"/>
        </a:p>
      </dgm:t>
    </dgm:pt>
    <dgm:pt modelId="{BCED6F38-C991-44A2-9A38-85B5689CEE70}" type="parTrans" cxnId="{C17DFF02-4D2C-4171-AA07-CB4F53C0AD8D}">
      <dgm:prSet/>
      <dgm:spPr/>
      <dgm:t>
        <a:bodyPr/>
        <a:lstStyle/>
        <a:p>
          <a:endParaRPr lang="en-US"/>
        </a:p>
      </dgm:t>
    </dgm:pt>
    <dgm:pt modelId="{0068FAAF-EC18-4210-9B45-157DEAA0EA9D}" type="sibTrans" cxnId="{C17DFF02-4D2C-4171-AA07-CB4F53C0AD8D}">
      <dgm:prSet/>
      <dgm:spPr/>
      <dgm:t>
        <a:bodyPr/>
        <a:lstStyle/>
        <a:p>
          <a:endParaRPr lang="en-US"/>
        </a:p>
      </dgm:t>
    </dgm:pt>
    <dgm:pt modelId="{4C63E20A-662C-4285-A179-FF492D06BAE5}">
      <dgm:prSet/>
      <dgm:spPr/>
      <dgm:t>
        <a:bodyPr/>
        <a:lstStyle/>
        <a:p>
          <a:r>
            <a:rPr lang="en-IN"/>
            <a:t>Imagine a future where Gemini can intelligently refactor code, identify design patterns, and suggest alternative approaches to problem-solving.</a:t>
          </a:r>
          <a:endParaRPr lang="en-US"/>
        </a:p>
      </dgm:t>
    </dgm:pt>
    <dgm:pt modelId="{BDAEBF1F-07DA-4134-B3C1-C366733AEAF2}" type="parTrans" cxnId="{0F23C3E0-DA63-4D62-B363-9AE33019C950}">
      <dgm:prSet/>
      <dgm:spPr/>
      <dgm:t>
        <a:bodyPr/>
        <a:lstStyle/>
        <a:p>
          <a:endParaRPr lang="en-US"/>
        </a:p>
      </dgm:t>
    </dgm:pt>
    <dgm:pt modelId="{87B7A394-05FD-45F8-A595-F72123BC0AF9}" type="sibTrans" cxnId="{0F23C3E0-DA63-4D62-B363-9AE33019C950}">
      <dgm:prSet/>
      <dgm:spPr/>
      <dgm:t>
        <a:bodyPr/>
        <a:lstStyle/>
        <a:p>
          <a:endParaRPr lang="en-US"/>
        </a:p>
      </dgm:t>
    </dgm:pt>
    <dgm:pt modelId="{B2C37476-282C-5342-8C4B-EBEA2E876C4D}" type="pres">
      <dgm:prSet presAssocID="{89F4A98F-ADB9-4FA7-BAB4-74D5B1BB863F}" presName="linear" presStyleCnt="0">
        <dgm:presLayoutVars>
          <dgm:animLvl val="lvl"/>
          <dgm:resizeHandles val="exact"/>
        </dgm:presLayoutVars>
      </dgm:prSet>
      <dgm:spPr/>
    </dgm:pt>
    <dgm:pt modelId="{FCBF5CB8-E36F-954C-A2F4-8EE62CB553FB}" type="pres">
      <dgm:prSet presAssocID="{4080D642-63CD-4EAB-8C7E-C28FEAF87046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BB1271D-8664-8E41-9B3D-484504E8F825}" type="pres">
      <dgm:prSet presAssocID="{0068FAAF-EC18-4210-9B45-157DEAA0EA9D}" presName="spacer" presStyleCnt="0"/>
      <dgm:spPr/>
    </dgm:pt>
    <dgm:pt modelId="{1450C051-B82F-7C48-A2DE-C2AB87635A3A}" type="pres">
      <dgm:prSet presAssocID="{4C63E20A-662C-4285-A179-FF492D06BAE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C17DFF02-4D2C-4171-AA07-CB4F53C0AD8D}" srcId="{89F4A98F-ADB9-4FA7-BAB4-74D5B1BB863F}" destId="{4080D642-63CD-4EAB-8C7E-C28FEAF87046}" srcOrd="0" destOrd="0" parTransId="{BCED6F38-C991-44A2-9A38-85B5689CEE70}" sibTransId="{0068FAAF-EC18-4210-9B45-157DEAA0EA9D}"/>
    <dgm:cxn modelId="{98594B09-817F-C24D-9AD3-03DFC1EC5ED5}" type="presOf" srcId="{4080D642-63CD-4EAB-8C7E-C28FEAF87046}" destId="{FCBF5CB8-E36F-954C-A2F4-8EE62CB553FB}" srcOrd="0" destOrd="0" presId="urn:microsoft.com/office/officeart/2005/8/layout/vList2"/>
    <dgm:cxn modelId="{94CF2D67-CEAA-D14F-9477-3EE983FA63A6}" type="presOf" srcId="{4C63E20A-662C-4285-A179-FF492D06BAE5}" destId="{1450C051-B82F-7C48-A2DE-C2AB87635A3A}" srcOrd="0" destOrd="0" presId="urn:microsoft.com/office/officeart/2005/8/layout/vList2"/>
    <dgm:cxn modelId="{0F23C3E0-DA63-4D62-B363-9AE33019C950}" srcId="{89F4A98F-ADB9-4FA7-BAB4-74D5B1BB863F}" destId="{4C63E20A-662C-4285-A179-FF492D06BAE5}" srcOrd="1" destOrd="0" parTransId="{BDAEBF1F-07DA-4134-B3C1-C366733AEAF2}" sibTransId="{87B7A394-05FD-45F8-A595-F72123BC0AF9}"/>
    <dgm:cxn modelId="{8A73C9E8-7ABB-A441-8464-87447770AF4B}" type="presOf" srcId="{89F4A98F-ADB9-4FA7-BAB4-74D5B1BB863F}" destId="{B2C37476-282C-5342-8C4B-EBEA2E876C4D}" srcOrd="0" destOrd="0" presId="urn:microsoft.com/office/officeart/2005/8/layout/vList2"/>
    <dgm:cxn modelId="{4507576A-479E-694E-9EA7-5678DDCD0018}" type="presParOf" srcId="{B2C37476-282C-5342-8C4B-EBEA2E876C4D}" destId="{FCBF5CB8-E36F-954C-A2F4-8EE62CB553FB}" srcOrd="0" destOrd="0" presId="urn:microsoft.com/office/officeart/2005/8/layout/vList2"/>
    <dgm:cxn modelId="{4F3F401C-23BE-9B48-9A3F-4C6B5A37B622}" type="presParOf" srcId="{B2C37476-282C-5342-8C4B-EBEA2E876C4D}" destId="{6BB1271D-8664-8E41-9B3D-484504E8F825}" srcOrd="1" destOrd="0" presId="urn:microsoft.com/office/officeart/2005/8/layout/vList2"/>
    <dgm:cxn modelId="{A45ED5FA-BCDC-B241-B739-65B1222961C4}" type="presParOf" srcId="{B2C37476-282C-5342-8C4B-EBEA2E876C4D}" destId="{1450C051-B82F-7C48-A2DE-C2AB87635A3A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F64AF83-884B-4AAD-8D28-969FA7EC4EF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515FECD-D7DA-4608-BD26-3AD9D970C2D1}">
      <dgm:prSet/>
      <dgm:spPr/>
      <dgm:t>
        <a:bodyPr/>
        <a:lstStyle/>
        <a:p>
          <a:r>
            <a:rPr lang="en-IN"/>
            <a:t>the concept of running Artificial Intelligence (AI) on mobile devices through Local Large Language Models (LLMs).</a:t>
          </a:r>
          <a:endParaRPr lang="en-US"/>
        </a:p>
      </dgm:t>
    </dgm:pt>
    <dgm:pt modelId="{D4FD7366-3232-4015-BE1E-DDAA29CAC66B}" type="parTrans" cxnId="{4CAA79BB-4C3B-4FFA-8A7A-D26F87519B85}">
      <dgm:prSet/>
      <dgm:spPr/>
      <dgm:t>
        <a:bodyPr/>
        <a:lstStyle/>
        <a:p>
          <a:endParaRPr lang="en-US"/>
        </a:p>
      </dgm:t>
    </dgm:pt>
    <dgm:pt modelId="{54BE9770-2429-46BB-B9C3-B90D10A7D7EB}" type="sibTrans" cxnId="{4CAA79BB-4C3B-4FFA-8A7A-D26F87519B85}">
      <dgm:prSet/>
      <dgm:spPr/>
      <dgm:t>
        <a:bodyPr/>
        <a:lstStyle/>
        <a:p>
          <a:endParaRPr lang="en-US"/>
        </a:p>
      </dgm:t>
    </dgm:pt>
    <dgm:pt modelId="{D1AFF9EC-8ABE-495D-A355-A9029C80615C}">
      <dgm:prSet/>
      <dgm:spPr/>
      <dgm:t>
        <a:bodyPr/>
        <a:lstStyle/>
        <a:p>
          <a:r>
            <a:rPr lang="en-IN"/>
            <a:t>Local LLMs are designed to function on personal devices without requiring a constant internet connection.</a:t>
          </a:r>
          <a:endParaRPr lang="en-US"/>
        </a:p>
      </dgm:t>
    </dgm:pt>
    <dgm:pt modelId="{23D2F320-164C-4DC8-81BD-A09A37825F41}" type="parTrans" cxnId="{8A026951-1C0A-4AB7-9308-CBCFFD5B5C01}">
      <dgm:prSet/>
      <dgm:spPr/>
      <dgm:t>
        <a:bodyPr/>
        <a:lstStyle/>
        <a:p>
          <a:endParaRPr lang="en-US"/>
        </a:p>
      </dgm:t>
    </dgm:pt>
    <dgm:pt modelId="{A60D3FF8-BAB0-4C08-BC77-5487C6629F3F}" type="sibTrans" cxnId="{8A026951-1C0A-4AB7-9308-CBCFFD5B5C01}">
      <dgm:prSet/>
      <dgm:spPr/>
      <dgm:t>
        <a:bodyPr/>
        <a:lstStyle/>
        <a:p>
          <a:endParaRPr lang="en-US"/>
        </a:p>
      </dgm:t>
    </dgm:pt>
    <dgm:pt modelId="{63BDCCC5-D0B9-46BC-9E76-82B753211813}">
      <dgm:prSet/>
      <dgm:spPr/>
      <dgm:t>
        <a:bodyPr/>
        <a:lstStyle/>
        <a:p>
          <a:r>
            <a:rPr lang="en-IN"/>
            <a:t>The key advantages of running AI on mobile devices, such as:</a:t>
          </a:r>
          <a:endParaRPr lang="en-US"/>
        </a:p>
      </dgm:t>
    </dgm:pt>
    <dgm:pt modelId="{BC9EE497-04AD-421F-B3C2-C694B7EF26E8}" type="parTrans" cxnId="{DAB9A935-1EC4-45B4-BED7-E6CEBE3D68A1}">
      <dgm:prSet/>
      <dgm:spPr/>
      <dgm:t>
        <a:bodyPr/>
        <a:lstStyle/>
        <a:p>
          <a:endParaRPr lang="en-US"/>
        </a:p>
      </dgm:t>
    </dgm:pt>
    <dgm:pt modelId="{9C708058-2695-4CA1-A756-1402A8A7105B}" type="sibTrans" cxnId="{DAB9A935-1EC4-45B4-BED7-E6CEBE3D68A1}">
      <dgm:prSet/>
      <dgm:spPr/>
      <dgm:t>
        <a:bodyPr/>
        <a:lstStyle/>
        <a:p>
          <a:endParaRPr lang="en-US"/>
        </a:p>
      </dgm:t>
    </dgm:pt>
    <dgm:pt modelId="{29BFC549-228D-445A-94BE-E133539E9D0A}">
      <dgm:prSet/>
      <dgm:spPr/>
      <dgm:t>
        <a:bodyPr/>
        <a:lstStyle/>
        <a:p>
          <a:r>
            <a:rPr lang="en-IN"/>
            <a:t>Increased Efficiency and Productivity</a:t>
          </a:r>
          <a:endParaRPr lang="en-US"/>
        </a:p>
      </dgm:t>
    </dgm:pt>
    <dgm:pt modelId="{DABF1708-223A-45C4-9E14-9B330ABCFB04}" type="parTrans" cxnId="{40A05E46-A5CA-4B19-BE38-295AA1BF364B}">
      <dgm:prSet/>
      <dgm:spPr/>
      <dgm:t>
        <a:bodyPr/>
        <a:lstStyle/>
        <a:p>
          <a:endParaRPr lang="en-US"/>
        </a:p>
      </dgm:t>
    </dgm:pt>
    <dgm:pt modelId="{DD366A29-589C-4DC3-BB63-13681A01F6D7}" type="sibTrans" cxnId="{40A05E46-A5CA-4B19-BE38-295AA1BF364B}">
      <dgm:prSet/>
      <dgm:spPr/>
      <dgm:t>
        <a:bodyPr/>
        <a:lstStyle/>
        <a:p>
          <a:endParaRPr lang="en-US"/>
        </a:p>
      </dgm:t>
    </dgm:pt>
    <dgm:pt modelId="{3F620CD4-1B9A-4429-975C-5948D8F7141F}">
      <dgm:prSet/>
      <dgm:spPr/>
      <dgm:t>
        <a:bodyPr/>
        <a:lstStyle/>
        <a:p>
          <a:r>
            <a:rPr lang="en-IN"/>
            <a:t>Enhanced User Experience</a:t>
          </a:r>
          <a:endParaRPr lang="en-US"/>
        </a:p>
      </dgm:t>
    </dgm:pt>
    <dgm:pt modelId="{A591E0D9-1816-45F3-9ACE-89C125BEEBE2}" type="parTrans" cxnId="{A5BC74F3-64BF-46B6-9DA9-56C244B9C53D}">
      <dgm:prSet/>
      <dgm:spPr/>
      <dgm:t>
        <a:bodyPr/>
        <a:lstStyle/>
        <a:p>
          <a:endParaRPr lang="en-US"/>
        </a:p>
      </dgm:t>
    </dgm:pt>
    <dgm:pt modelId="{C9963B43-10A3-4F9A-AD51-80E9F9202C3D}" type="sibTrans" cxnId="{A5BC74F3-64BF-46B6-9DA9-56C244B9C53D}">
      <dgm:prSet/>
      <dgm:spPr/>
      <dgm:t>
        <a:bodyPr/>
        <a:lstStyle/>
        <a:p>
          <a:endParaRPr lang="en-US"/>
        </a:p>
      </dgm:t>
    </dgm:pt>
    <dgm:pt modelId="{41FE851D-F2E9-435F-BC12-27CA3C67607A}">
      <dgm:prSet/>
      <dgm:spPr/>
      <dgm:t>
        <a:bodyPr/>
        <a:lstStyle/>
        <a:p>
          <a:r>
            <a:rPr lang="en-IN"/>
            <a:t>Improved Performance in Offline Scenarios</a:t>
          </a:r>
          <a:endParaRPr lang="en-US"/>
        </a:p>
      </dgm:t>
    </dgm:pt>
    <dgm:pt modelId="{A15214CD-0D32-4290-9AE4-E301357FA5E7}" type="parTrans" cxnId="{3FC6E2AE-2CC9-46EA-9066-4694A2516476}">
      <dgm:prSet/>
      <dgm:spPr/>
      <dgm:t>
        <a:bodyPr/>
        <a:lstStyle/>
        <a:p>
          <a:endParaRPr lang="en-US"/>
        </a:p>
      </dgm:t>
    </dgm:pt>
    <dgm:pt modelId="{7416D3D0-2956-47FC-806C-1F7F89BA5240}" type="sibTrans" cxnId="{3FC6E2AE-2CC9-46EA-9066-4694A2516476}">
      <dgm:prSet/>
      <dgm:spPr/>
      <dgm:t>
        <a:bodyPr/>
        <a:lstStyle/>
        <a:p>
          <a:endParaRPr lang="en-US"/>
        </a:p>
      </dgm:t>
    </dgm:pt>
    <dgm:pt modelId="{192439A9-A624-4850-94B1-0641F9E0D009}" type="pres">
      <dgm:prSet presAssocID="{1F64AF83-884B-4AAD-8D28-969FA7EC4EF2}" presName="root" presStyleCnt="0">
        <dgm:presLayoutVars>
          <dgm:dir/>
          <dgm:resizeHandles val="exact"/>
        </dgm:presLayoutVars>
      </dgm:prSet>
      <dgm:spPr/>
    </dgm:pt>
    <dgm:pt modelId="{0087500E-444F-4005-A016-286D67C6D699}" type="pres">
      <dgm:prSet presAssocID="{9515FECD-D7DA-4608-BD26-3AD9D970C2D1}" presName="compNode" presStyleCnt="0"/>
      <dgm:spPr/>
    </dgm:pt>
    <dgm:pt modelId="{C39D41B9-C276-4A99-B30C-E43220C60D21}" type="pres">
      <dgm:prSet presAssocID="{9515FECD-D7DA-4608-BD26-3AD9D970C2D1}" presName="bgRect" presStyleLbl="bgShp" presStyleIdx="0" presStyleCnt="3"/>
      <dgm:spPr/>
    </dgm:pt>
    <dgm:pt modelId="{295E8FB7-392F-4D85-AAC5-CEC7378752E5}" type="pres">
      <dgm:prSet presAssocID="{9515FECD-D7DA-4608-BD26-3AD9D970C2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019ABD2-0AF4-4256-AEF8-001BAC57056F}" type="pres">
      <dgm:prSet presAssocID="{9515FECD-D7DA-4608-BD26-3AD9D970C2D1}" presName="spaceRect" presStyleCnt="0"/>
      <dgm:spPr/>
    </dgm:pt>
    <dgm:pt modelId="{FC5F5116-9F70-471E-8BD0-7B1C76198E10}" type="pres">
      <dgm:prSet presAssocID="{9515FECD-D7DA-4608-BD26-3AD9D970C2D1}" presName="parTx" presStyleLbl="revTx" presStyleIdx="0" presStyleCnt="4">
        <dgm:presLayoutVars>
          <dgm:chMax val="0"/>
          <dgm:chPref val="0"/>
        </dgm:presLayoutVars>
      </dgm:prSet>
      <dgm:spPr/>
    </dgm:pt>
    <dgm:pt modelId="{F3402F55-BEDA-4802-A0CD-F50018172CF3}" type="pres">
      <dgm:prSet presAssocID="{54BE9770-2429-46BB-B9C3-B90D10A7D7EB}" presName="sibTrans" presStyleCnt="0"/>
      <dgm:spPr/>
    </dgm:pt>
    <dgm:pt modelId="{6565BE5F-3AA5-4A3B-9645-9075DE01D7D1}" type="pres">
      <dgm:prSet presAssocID="{D1AFF9EC-8ABE-495D-A355-A9029C80615C}" presName="compNode" presStyleCnt="0"/>
      <dgm:spPr/>
    </dgm:pt>
    <dgm:pt modelId="{0B8A91C2-9EFF-48B2-96EE-B4125EB57C27}" type="pres">
      <dgm:prSet presAssocID="{D1AFF9EC-8ABE-495D-A355-A9029C80615C}" presName="bgRect" presStyleLbl="bgShp" presStyleIdx="1" presStyleCnt="3"/>
      <dgm:spPr/>
    </dgm:pt>
    <dgm:pt modelId="{907F8660-73D1-4D6F-8D02-961E6981D79D}" type="pres">
      <dgm:prSet presAssocID="{D1AFF9EC-8ABE-495D-A355-A9029C80615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480D05D5-4CDC-416D-A0F6-B46F1903D66E}" type="pres">
      <dgm:prSet presAssocID="{D1AFF9EC-8ABE-495D-A355-A9029C80615C}" presName="spaceRect" presStyleCnt="0"/>
      <dgm:spPr/>
    </dgm:pt>
    <dgm:pt modelId="{6491F268-681B-49E7-B751-58AFB60A772A}" type="pres">
      <dgm:prSet presAssocID="{D1AFF9EC-8ABE-495D-A355-A9029C80615C}" presName="parTx" presStyleLbl="revTx" presStyleIdx="1" presStyleCnt="4">
        <dgm:presLayoutVars>
          <dgm:chMax val="0"/>
          <dgm:chPref val="0"/>
        </dgm:presLayoutVars>
      </dgm:prSet>
      <dgm:spPr/>
    </dgm:pt>
    <dgm:pt modelId="{FF268F61-B777-4D7F-A024-652D8EE20708}" type="pres">
      <dgm:prSet presAssocID="{A60D3FF8-BAB0-4C08-BC77-5487C6629F3F}" presName="sibTrans" presStyleCnt="0"/>
      <dgm:spPr/>
    </dgm:pt>
    <dgm:pt modelId="{DABDFF08-9804-4A61-A463-6A255DE228C9}" type="pres">
      <dgm:prSet presAssocID="{63BDCCC5-D0B9-46BC-9E76-82B753211813}" presName="compNode" presStyleCnt="0"/>
      <dgm:spPr/>
    </dgm:pt>
    <dgm:pt modelId="{E1FBFB98-EA7C-4344-A84A-FF1D496293B5}" type="pres">
      <dgm:prSet presAssocID="{63BDCCC5-D0B9-46BC-9E76-82B753211813}" presName="bgRect" presStyleLbl="bgShp" presStyleIdx="2" presStyleCnt="3"/>
      <dgm:spPr/>
    </dgm:pt>
    <dgm:pt modelId="{ADC3B0A8-B093-478C-A00E-4468102C0608}" type="pres">
      <dgm:prSet presAssocID="{63BDCCC5-D0B9-46BC-9E76-82B75321181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6F57EE2-D192-496A-B45C-6012D456A5B9}" type="pres">
      <dgm:prSet presAssocID="{63BDCCC5-D0B9-46BC-9E76-82B753211813}" presName="spaceRect" presStyleCnt="0"/>
      <dgm:spPr/>
    </dgm:pt>
    <dgm:pt modelId="{3DB03A8C-BCF0-439C-97F4-2BDE3EADB0AE}" type="pres">
      <dgm:prSet presAssocID="{63BDCCC5-D0B9-46BC-9E76-82B753211813}" presName="parTx" presStyleLbl="revTx" presStyleIdx="2" presStyleCnt="4">
        <dgm:presLayoutVars>
          <dgm:chMax val="0"/>
          <dgm:chPref val="0"/>
        </dgm:presLayoutVars>
      </dgm:prSet>
      <dgm:spPr/>
    </dgm:pt>
    <dgm:pt modelId="{0FAE5FC5-3953-4A03-A118-3126827D6FEE}" type="pres">
      <dgm:prSet presAssocID="{63BDCCC5-D0B9-46BC-9E76-82B753211813}" presName="desTx" presStyleLbl="revTx" presStyleIdx="3" presStyleCnt="4">
        <dgm:presLayoutVars/>
      </dgm:prSet>
      <dgm:spPr/>
    </dgm:pt>
  </dgm:ptLst>
  <dgm:cxnLst>
    <dgm:cxn modelId="{9E259E0E-393A-4E0E-81F0-CCB422FACB64}" type="presOf" srcId="{D1AFF9EC-8ABE-495D-A355-A9029C80615C}" destId="{6491F268-681B-49E7-B751-58AFB60A772A}" srcOrd="0" destOrd="0" presId="urn:microsoft.com/office/officeart/2018/2/layout/IconVerticalSolidList"/>
    <dgm:cxn modelId="{5F09721E-D748-4808-B167-49EF8E1A2F76}" type="presOf" srcId="{9515FECD-D7DA-4608-BD26-3AD9D970C2D1}" destId="{FC5F5116-9F70-471E-8BD0-7B1C76198E10}" srcOrd="0" destOrd="0" presId="urn:microsoft.com/office/officeart/2018/2/layout/IconVerticalSolidList"/>
    <dgm:cxn modelId="{DAB9A935-1EC4-45B4-BED7-E6CEBE3D68A1}" srcId="{1F64AF83-884B-4AAD-8D28-969FA7EC4EF2}" destId="{63BDCCC5-D0B9-46BC-9E76-82B753211813}" srcOrd="2" destOrd="0" parTransId="{BC9EE497-04AD-421F-B3C2-C694B7EF26E8}" sibTransId="{9C708058-2695-4CA1-A756-1402A8A7105B}"/>
    <dgm:cxn modelId="{40A05E46-A5CA-4B19-BE38-295AA1BF364B}" srcId="{63BDCCC5-D0B9-46BC-9E76-82B753211813}" destId="{29BFC549-228D-445A-94BE-E133539E9D0A}" srcOrd="0" destOrd="0" parTransId="{DABF1708-223A-45C4-9E14-9B330ABCFB04}" sibTransId="{DD366A29-589C-4DC3-BB63-13681A01F6D7}"/>
    <dgm:cxn modelId="{8A026951-1C0A-4AB7-9308-CBCFFD5B5C01}" srcId="{1F64AF83-884B-4AAD-8D28-969FA7EC4EF2}" destId="{D1AFF9EC-8ABE-495D-A355-A9029C80615C}" srcOrd="1" destOrd="0" parTransId="{23D2F320-164C-4DC8-81BD-A09A37825F41}" sibTransId="{A60D3FF8-BAB0-4C08-BC77-5487C6629F3F}"/>
    <dgm:cxn modelId="{6EF44583-3076-464A-9F6C-0CF92AB7BA6A}" type="presOf" srcId="{3F620CD4-1B9A-4429-975C-5948D8F7141F}" destId="{0FAE5FC5-3953-4A03-A118-3126827D6FEE}" srcOrd="0" destOrd="1" presId="urn:microsoft.com/office/officeart/2018/2/layout/IconVerticalSolidList"/>
    <dgm:cxn modelId="{2868CE8B-E047-4DFD-BE02-7926863AE4C0}" type="presOf" srcId="{29BFC549-228D-445A-94BE-E133539E9D0A}" destId="{0FAE5FC5-3953-4A03-A118-3126827D6FEE}" srcOrd="0" destOrd="0" presId="urn:microsoft.com/office/officeart/2018/2/layout/IconVerticalSolidList"/>
    <dgm:cxn modelId="{6F7944AA-FE3C-4EE5-8E14-FD1DBCCF6FF0}" type="presOf" srcId="{41FE851D-F2E9-435F-BC12-27CA3C67607A}" destId="{0FAE5FC5-3953-4A03-A118-3126827D6FEE}" srcOrd="0" destOrd="2" presId="urn:microsoft.com/office/officeart/2018/2/layout/IconVerticalSolidList"/>
    <dgm:cxn modelId="{3FC6E2AE-2CC9-46EA-9066-4694A2516476}" srcId="{63BDCCC5-D0B9-46BC-9E76-82B753211813}" destId="{41FE851D-F2E9-435F-BC12-27CA3C67607A}" srcOrd="2" destOrd="0" parTransId="{A15214CD-0D32-4290-9AE4-E301357FA5E7}" sibTransId="{7416D3D0-2956-47FC-806C-1F7F89BA5240}"/>
    <dgm:cxn modelId="{4CAA79BB-4C3B-4FFA-8A7A-D26F87519B85}" srcId="{1F64AF83-884B-4AAD-8D28-969FA7EC4EF2}" destId="{9515FECD-D7DA-4608-BD26-3AD9D970C2D1}" srcOrd="0" destOrd="0" parTransId="{D4FD7366-3232-4015-BE1E-DDAA29CAC66B}" sibTransId="{54BE9770-2429-46BB-B9C3-B90D10A7D7EB}"/>
    <dgm:cxn modelId="{2D5FC5CC-B50C-41E4-914A-B2A1F4F28B39}" type="presOf" srcId="{63BDCCC5-D0B9-46BC-9E76-82B753211813}" destId="{3DB03A8C-BCF0-439C-97F4-2BDE3EADB0AE}" srcOrd="0" destOrd="0" presId="urn:microsoft.com/office/officeart/2018/2/layout/IconVerticalSolidList"/>
    <dgm:cxn modelId="{A5BC74F3-64BF-46B6-9DA9-56C244B9C53D}" srcId="{63BDCCC5-D0B9-46BC-9E76-82B753211813}" destId="{3F620CD4-1B9A-4429-975C-5948D8F7141F}" srcOrd="1" destOrd="0" parTransId="{A591E0D9-1816-45F3-9ACE-89C125BEEBE2}" sibTransId="{C9963B43-10A3-4F9A-AD51-80E9F9202C3D}"/>
    <dgm:cxn modelId="{10547DFA-F8DE-43D1-886C-F2A9A7451BE1}" type="presOf" srcId="{1F64AF83-884B-4AAD-8D28-969FA7EC4EF2}" destId="{192439A9-A624-4850-94B1-0641F9E0D009}" srcOrd="0" destOrd="0" presId="urn:microsoft.com/office/officeart/2018/2/layout/IconVerticalSolidList"/>
    <dgm:cxn modelId="{E02D9C2F-B7EE-4A96-989A-8887C3BFACB5}" type="presParOf" srcId="{192439A9-A624-4850-94B1-0641F9E0D009}" destId="{0087500E-444F-4005-A016-286D67C6D699}" srcOrd="0" destOrd="0" presId="urn:microsoft.com/office/officeart/2018/2/layout/IconVerticalSolidList"/>
    <dgm:cxn modelId="{D4D5FAE4-D410-4A24-A3D1-469C8A4D1426}" type="presParOf" srcId="{0087500E-444F-4005-A016-286D67C6D699}" destId="{C39D41B9-C276-4A99-B30C-E43220C60D21}" srcOrd="0" destOrd="0" presId="urn:microsoft.com/office/officeart/2018/2/layout/IconVerticalSolidList"/>
    <dgm:cxn modelId="{71EFD2F3-4727-4AC4-A89C-ED067ED5DE17}" type="presParOf" srcId="{0087500E-444F-4005-A016-286D67C6D699}" destId="{295E8FB7-392F-4D85-AAC5-CEC7378752E5}" srcOrd="1" destOrd="0" presId="urn:microsoft.com/office/officeart/2018/2/layout/IconVerticalSolidList"/>
    <dgm:cxn modelId="{AFB2DB4C-BA82-4148-94AB-211C102AA36D}" type="presParOf" srcId="{0087500E-444F-4005-A016-286D67C6D699}" destId="{C019ABD2-0AF4-4256-AEF8-001BAC57056F}" srcOrd="2" destOrd="0" presId="urn:microsoft.com/office/officeart/2018/2/layout/IconVerticalSolidList"/>
    <dgm:cxn modelId="{C7B2BF65-6967-4CE2-8508-1EB095B30446}" type="presParOf" srcId="{0087500E-444F-4005-A016-286D67C6D699}" destId="{FC5F5116-9F70-471E-8BD0-7B1C76198E10}" srcOrd="3" destOrd="0" presId="urn:microsoft.com/office/officeart/2018/2/layout/IconVerticalSolidList"/>
    <dgm:cxn modelId="{C3004815-83C4-444A-AF0D-E3821B32D4AD}" type="presParOf" srcId="{192439A9-A624-4850-94B1-0641F9E0D009}" destId="{F3402F55-BEDA-4802-A0CD-F50018172CF3}" srcOrd="1" destOrd="0" presId="urn:microsoft.com/office/officeart/2018/2/layout/IconVerticalSolidList"/>
    <dgm:cxn modelId="{1541B9A4-DDC9-4373-8F2C-95FA7D4923E1}" type="presParOf" srcId="{192439A9-A624-4850-94B1-0641F9E0D009}" destId="{6565BE5F-3AA5-4A3B-9645-9075DE01D7D1}" srcOrd="2" destOrd="0" presId="urn:microsoft.com/office/officeart/2018/2/layout/IconVerticalSolidList"/>
    <dgm:cxn modelId="{5E6A3302-49CE-4A4B-92AF-8FDBD944EEB0}" type="presParOf" srcId="{6565BE5F-3AA5-4A3B-9645-9075DE01D7D1}" destId="{0B8A91C2-9EFF-48B2-96EE-B4125EB57C27}" srcOrd="0" destOrd="0" presId="urn:microsoft.com/office/officeart/2018/2/layout/IconVerticalSolidList"/>
    <dgm:cxn modelId="{904789A3-9F93-4648-B9F0-659F0A2B27F3}" type="presParOf" srcId="{6565BE5F-3AA5-4A3B-9645-9075DE01D7D1}" destId="{907F8660-73D1-4D6F-8D02-961E6981D79D}" srcOrd="1" destOrd="0" presId="urn:microsoft.com/office/officeart/2018/2/layout/IconVerticalSolidList"/>
    <dgm:cxn modelId="{F04CF0E3-77A9-4A4A-BB6B-BBB9F99FAF9B}" type="presParOf" srcId="{6565BE5F-3AA5-4A3B-9645-9075DE01D7D1}" destId="{480D05D5-4CDC-416D-A0F6-B46F1903D66E}" srcOrd="2" destOrd="0" presId="urn:microsoft.com/office/officeart/2018/2/layout/IconVerticalSolidList"/>
    <dgm:cxn modelId="{36205E30-1922-46D0-B104-1EB1A9008CC9}" type="presParOf" srcId="{6565BE5F-3AA5-4A3B-9645-9075DE01D7D1}" destId="{6491F268-681B-49E7-B751-58AFB60A772A}" srcOrd="3" destOrd="0" presId="urn:microsoft.com/office/officeart/2018/2/layout/IconVerticalSolidList"/>
    <dgm:cxn modelId="{04F8C093-4589-4693-B28D-40520FC52CB8}" type="presParOf" srcId="{192439A9-A624-4850-94B1-0641F9E0D009}" destId="{FF268F61-B777-4D7F-A024-652D8EE20708}" srcOrd="3" destOrd="0" presId="urn:microsoft.com/office/officeart/2018/2/layout/IconVerticalSolidList"/>
    <dgm:cxn modelId="{09F14AE4-D5F1-4545-B80D-3D66917E8E9D}" type="presParOf" srcId="{192439A9-A624-4850-94B1-0641F9E0D009}" destId="{DABDFF08-9804-4A61-A463-6A255DE228C9}" srcOrd="4" destOrd="0" presId="urn:microsoft.com/office/officeart/2018/2/layout/IconVerticalSolidList"/>
    <dgm:cxn modelId="{4956FE88-B9A3-4B00-AC4F-CA3B51EDC876}" type="presParOf" srcId="{DABDFF08-9804-4A61-A463-6A255DE228C9}" destId="{E1FBFB98-EA7C-4344-A84A-FF1D496293B5}" srcOrd="0" destOrd="0" presId="urn:microsoft.com/office/officeart/2018/2/layout/IconVerticalSolidList"/>
    <dgm:cxn modelId="{3C050282-48F8-49B4-BBB5-D076D814B622}" type="presParOf" srcId="{DABDFF08-9804-4A61-A463-6A255DE228C9}" destId="{ADC3B0A8-B093-478C-A00E-4468102C0608}" srcOrd="1" destOrd="0" presId="urn:microsoft.com/office/officeart/2018/2/layout/IconVerticalSolidList"/>
    <dgm:cxn modelId="{B08B74FB-A057-40E3-BE69-9DE9B9A548DB}" type="presParOf" srcId="{DABDFF08-9804-4A61-A463-6A255DE228C9}" destId="{C6F57EE2-D192-496A-B45C-6012D456A5B9}" srcOrd="2" destOrd="0" presId="urn:microsoft.com/office/officeart/2018/2/layout/IconVerticalSolidList"/>
    <dgm:cxn modelId="{B1E46039-B736-4B5A-BFBB-01104B47F866}" type="presParOf" srcId="{DABDFF08-9804-4A61-A463-6A255DE228C9}" destId="{3DB03A8C-BCF0-439C-97F4-2BDE3EADB0AE}" srcOrd="3" destOrd="0" presId="urn:microsoft.com/office/officeart/2018/2/layout/IconVerticalSolidList"/>
    <dgm:cxn modelId="{E7A0D138-EB69-4DB2-BCE2-0C643F20FE0E}" type="presParOf" srcId="{DABDFF08-9804-4A61-A463-6A255DE228C9}" destId="{0FAE5FC5-3953-4A03-A118-3126827D6FE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80C3E57-5FDC-4C57-9F30-19EFE160801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2A1EA72-E93A-4427-A269-B5778460125D}">
      <dgm:prSet/>
      <dgm:spPr/>
      <dgm:t>
        <a:bodyPr/>
        <a:lstStyle/>
        <a:p>
          <a:r>
            <a:rPr lang="en-IN"/>
            <a:t>Local LLMs are a specific type of LLM designed to function on mobile devices without a constant internet connection.</a:t>
          </a:r>
          <a:endParaRPr lang="en-US"/>
        </a:p>
      </dgm:t>
    </dgm:pt>
    <dgm:pt modelId="{20B1A723-CCC1-4053-B93F-1A11E19D5392}" type="parTrans" cxnId="{DFD57E23-842B-4DFE-978B-C78184FF319F}">
      <dgm:prSet/>
      <dgm:spPr/>
      <dgm:t>
        <a:bodyPr/>
        <a:lstStyle/>
        <a:p>
          <a:endParaRPr lang="en-US"/>
        </a:p>
      </dgm:t>
    </dgm:pt>
    <dgm:pt modelId="{D2B7889E-C02F-4631-8D10-CD480B5749B9}" type="sibTrans" cxnId="{DFD57E23-842B-4DFE-978B-C78184FF319F}">
      <dgm:prSet/>
      <dgm:spPr/>
      <dgm:t>
        <a:bodyPr/>
        <a:lstStyle/>
        <a:p>
          <a:endParaRPr lang="en-US"/>
        </a:p>
      </dgm:t>
    </dgm:pt>
    <dgm:pt modelId="{8D62DDF7-55A4-4B9F-8ADF-65D1DE8B54F2}">
      <dgm:prSet/>
      <dgm:spPr/>
      <dgm:t>
        <a:bodyPr/>
        <a:lstStyle/>
        <a:p>
          <a:r>
            <a:rPr lang="en-IN"/>
            <a:t>Trained on a massive dataset of text and code.</a:t>
          </a:r>
          <a:endParaRPr lang="en-US"/>
        </a:p>
      </dgm:t>
    </dgm:pt>
    <dgm:pt modelId="{DFDBF706-A76A-4F82-B5CC-A97664F4D4EA}" type="parTrans" cxnId="{5CAC6A94-6219-44D1-B608-4D8D7FEB5119}">
      <dgm:prSet/>
      <dgm:spPr/>
      <dgm:t>
        <a:bodyPr/>
        <a:lstStyle/>
        <a:p>
          <a:endParaRPr lang="en-US"/>
        </a:p>
      </dgm:t>
    </dgm:pt>
    <dgm:pt modelId="{6FDB5BDF-1AA6-4CEA-8BA7-6580588583F1}" type="sibTrans" cxnId="{5CAC6A94-6219-44D1-B608-4D8D7FEB5119}">
      <dgm:prSet/>
      <dgm:spPr/>
      <dgm:t>
        <a:bodyPr/>
        <a:lstStyle/>
        <a:p>
          <a:endParaRPr lang="en-US"/>
        </a:p>
      </dgm:t>
    </dgm:pt>
    <dgm:pt modelId="{34F048C4-EB0F-452F-8990-DE7AD39BE449}">
      <dgm:prSet/>
      <dgm:spPr/>
      <dgm:t>
        <a:bodyPr/>
        <a:lstStyle/>
        <a:p>
          <a:r>
            <a:rPr lang="en-IN"/>
            <a:t>Capable of various tasks, including:</a:t>
          </a:r>
          <a:endParaRPr lang="en-US"/>
        </a:p>
      </dgm:t>
    </dgm:pt>
    <dgm:pt modelId="{FDA21B3B-1413-46C5-89EA-40C132511F6D}" type="parTrans" cxnId="{CDBB210F-CD74-4443-BE1D-1C06B613413E}">
      <dgm:prSet/>
      <dgm:spPr/>
      <dgm:t>
        <a:bodyPr/>
        <a:lstStyle/>
        <a:p>
          <a:endParaRPr lang="en-US"/>
        </a:p>
      </dgm:t>
    </dgm:pt>
    <dgm:pt modelId="{1224EA17-2710-4EC1-B404-3123D74C4A8D}" type="sibTrans" cxnId="{CDBB210F-CD74-4443-BE1D-1C06B613413E}">
      <dgm:prSet/>
      <dgm:spPr/>
      <dgm:t>
        <a:bodyPr/>
        <a:lstStyle/>
        <a:p>
          <a:endParaRPr lang="en-US"/>
        </a:p>
      </dgm:t>
    </dgm:pt>
    <dgm:pt modelId="{C7D42A8E-0912-4E31-B8EC-8BE929BE0ED9}">
      <dgm:prSet/>
      <dgm:spPr/>
      <dgm:t>
        <a:bodyPr/>
        <a:lstStyle/>
        <a:p>
          <a:r>
            <a:rPr lang="en-IN"/>
            <a:t>Text generation</a:t>
          </a:r>
          <a:endParaRPr lang="en-US"/>
        </a:p>
      </dgm:t>
    </dgm:pt>
    <dgm:pt modelId="{098B89DC-43A5-4908-81CE-567AA2DBBDBF}" type="parTrans" cxnId="{C5961C7B-E4B0-4134-9916-1F6876F3794E}">
      <dgm:prSet/>
      <dgm:spPr/>
      <dgm:t>
        <a:bodyPr/>
        <a:lstStyle/>
        <a:p>
          <a:endParaRPr lang="en-US"/>
        </a:p>
      </dgm:t>
    </dgm:pt>
    <dgm:pt modelId="{5A111672-920E-46AB-A947-8F11C206FA9E}" type="sibTrans" cxnId="{C5961C7B-E4B0-4134-9916-1F6876F3794E}">
      <dgm:prSet/>
      <dgm:spPr/>
      <dgm:t>
        <a:bodyPr/>
        <a:lstStyle/>
        <a:p>
          <a:endParaRPr lang="en-US"/>
        </a:p>
      </dgm:t>
    </dgm:pt>
    <dgm:pt modelId="{7DD86C09-6E2D-473D-85FB-71B4FB5ABD01}">
      <dgm:prSet/>
      <dgm:spPr/>
      <dgm:t>
        <a:bodyPr/>
        <a:lstStyle/>
        <a:p>
          <a:r>
            <a:rPr lang="en-IN"/>
            <a:t>Machine translation</a:t>
          </a:r>
          <a:endParaRPr lang="en-US"/>
        </a:p>
      </dgm:t>
    </dgm:pt>
    <dgm:pt modelId="{787A9471-2B7E-4EB0-9A11-FB5031670DDD}" type="parTrans" cxnId="{A7942318-356B-4B12-8F28-E18FF97B029F}">
      <dgm:prSet/>
      <dgm:spPr/>
      <dgm:t>
        <a:bodyPr/>
        <a:lstStyle/>
        <a:p>
          <a:endParaRPr lang="en-US"/>
        </a:p>
      </dgm:t>
    </dgm:pt>
    <dgm:pt modelId="{E7C9DA64-E4F1-4711-A62B-7ECCB44F4F80}" type="sibTrans" cxnId="{A7942318-356B-4B12-8F28-E18FF97B029F}">
      <dgm:prSet/>
      <dgm:spPr/>
      <dgm:t>
        <a:bodyPr/>
        <a:lstStyle/>
        <a:p>
          <a:endParaRPr lang="en-US"/>
        </a:p>
      </dgm:t>
    </dgm:pt>
    <dgm:pt modelId="{FBFA883C-24AD-4EE7-AB8A-647582A8B1DE}">
      <dgm:prSet/>
      <dgm:spPr/>
      <dgm:t>
        <a:bodyPr/>
        <a:lstStyle/>
        <a:p>
          <a:r>
            <a:rPr lang="en-IN"/>
            <a:t>Question answering</a:t>
          </a:r>
          <a:endParaRPr lang="en-US"/>
        </a:p>
      </dgm:t>
    </dgm:pt>
    <dgm:pt modelId="{7E4D2393-EB7B-4370-9F0A-F4960C834386}" type="parTrans" cxnId="{0F4F9036-7B87-4976-A869-D9CD15283ADD}">
      <dgm:prSet/>
      <dgm:spPr/>
      <dgm:t>
        <a:bodyPr/>
        <a:lstStyle/>
        <a:p>
          <a:endParaRPr lang="en-US"/>
        </a:p>
      </dgm:t>
    </dgm:pt>
    <dgm:pt modelId="{241D5D8D-DF07-49F7-9D7D-A9CB5E47F928}" type="sibTrans" cxnId="{0F4F9036-7B87-4976-A869-D9CD15283ADD}">
      <dgm:prSet/>
      <dgm:spPr/>
      <dgm:t>
        <a:bodyPr/>
        <a:lstStyle/>
        <a:p>
          <a:endParaRPr lang="en-US"/>
        </a:p>
      </dgm:t>
    </dgm:pt>
    <dgm:pt modelId="{651E2B1B-B8B5-4627-8B6E-6785F4853F9D}">
      <dgm:prSet/>
      <dgm:spPr/>
      <dgm:t>
        <a:bodyPr/>
        <a:lstStyle/>
        <a:p>
          <a:r>
            <a:rPr lang="en-IN"/>
            <a:t>Content creation</a:t>
          </a:r>
          <a:endParaRPr lang="en-US"/>
        </a:p>
      </dgm:t>
    </dgm:pt>
    <dgm:pt modelId="{EFB946F6-841E-4DF3-B8DE-7ACDB8072F5B}" type="parTrans" cxnId="{4FD85DD2-6F9D-42F6-98FB-90EACF917ABE}">
      <dgm:prSet/>
      <dgm:spPr/>
      <dgm:t>
        <a:bodyPr/>
        <a:lstStyle/>
        <a:p>
          <a:endParaRPr lang="en-US"/>
        </a:p>
      </dgm:t>
    </dgm:pt>
    <dgm:pt modelId="{583A9C0B-B0D6-4C58-A8E7-80C7A56AB61E}" type="sibTrans" cxnId="{4FD85DD2-6F9D-42F6-98FB-90EACF917ABE}">
      <dgm:prSet/>
      <dgm:spPr/>
      <dgm:t>
        <a:bodyPr/>
        <a:lstStyle/>
        <a:p>
          <a:endParaRPr lang="en-US"/>
        </a:p>
      </dgm:t>
    </dgm:pt>
    <dgm:pt modelId="{5D734479-AC1F-473B-A047-6032E9638E13}" type="pres">
      <dgm:prSet presAssocID="{480C3E57-5FDC-4C57-9F30-19EFE160801D}" presName="root" presStyleCnt="0">
        <dgm:presLayoutVars>
          <dgm:dir/>
          <dgm:resizeHandles val="exact"/>
        </dgm:presLayoutVars>
      </dgm:prSet>
      <dgm:spPr/>
    </dgm:pt>
    <dgm:pt modelId="{12951D0A-BB6E-4745-8013-1665800B11FD}" type="pres">
      <dgm:prSet presAssocID="{F2A1EA72-E93A-4427-A269-B5778460125D}" presName="compNode" presStyleCnt="0"/>
      <dgm:spPr/>
    </dgm:pt>
    <dgm:pt modelId="{FB9E4FCD-2954-433D-9EF2-8E7BD31422E3}" type="pres">
      <dgm:prSet presAssocID="{F2A1EA72-E93A-4427-A269-B5778460125D}" presName="bgRect" presStyleLbl="bgShp" presStyleIdx="0" presStyleCnt="3"/>
      <dgm:spPr/>
    </dgm:pt>
    <dgm:pt modelId="{E4C28C19-93E3-4B7E-A1EF-101F27442099}" type="pres">
      <dgm:prSet presAssocID="{F2A1EA72-E93A-4427-A269-B5778460125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"/>
        </a:ext>
      </dgm:extLst>
    </dgm:pt>
    <dgm:pt modelId="{AB1B86AD-0DF3-4F57-8E9C-3725E0477380}" type="pres">
      <dgm:prSet presAssocID="{F2A1EA72-E93A-4427-A269-B5778460125D}" presName="spaceRect" presStyleCnt="0"/>
      <dgm:spPr/>
    </dgm:pt>
    <dgm:pt modelId="{71A2B6B6-0134-43ED-B782-36DFBB3EC460}" type="pres">
      <dgm:prSet presAssocID="{F2A1EA72-E93A-4427-A269-B5778460125D}" presName="parTx" presStyleLbl="revTx" presStyleIdx="0" presStyleCnt="4">
        <dgm:presLayoutVars>
          <dgm:chMax val="0"/>
          <dgm:chPref val="0"/>
        </dgm:presLayoutVars>
      </dgm:prSet>
      <dgm:spPr/>
    </dgm:pt>
    <dgm:pt modelId="{AC2E121D-08FA-436E-9542-8ED1DCF5D593}" type="pres">
      <dgm:prSet presAssocID="{D2B7889E-C02F-4631-8D10-CD480B5749B9}" presName="sibTrans" presStyleCnt="0"/>
      <dgm:spPr/>
    </dgm:pt>
    <dgm:pt modelId="{8150FEAB-291B-4D16-B2A4-CA3C66E6CA23}" type="pres">
      <dgm:prSet presAssocID="{8D62DDF7-55A4-4B9F-8ADF-65D1DE8B54F2}" presName="compNode" presStyleCnt="0"/>
      <dgm:spPr/>
    </dgm:pt>
    <dgm:pt modelId="{F664E9AE-38FE-4253-94EE-233C65111C1B}" type="pres">
      <dgm:prSet presAssocID="{8D62DDF7-55A4-4B9F-8ADF-65D1DE8B54F2}" presName="bgRect" presStyleLbl="bgShp" presStyleIdx="1" presStyleCnt="3"/>
      <dgm:spPr/>
    </dgm:pt>
    <dgm:pt modelId="{A41148A0-901A-4C03-8A19-55CE4E418CEE}" type="pres">
      <dgm:prSet presAssocID="{8D62DDF7-55A4-4B9F-8ADF-65D1DE8B54F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DC692843-3BE7-4356-8813-1BD126B836DB}" type="pres">
      <dgm:prSet presAssocID="{8D62DDF7-55A4-4B9F-8ADF-65D1DE8B54F2}" presName="spaceRect" presStyleCnt="0"/>
      <dgm:spPr/>
    </dgm:pt>
    <dgm:pt modelId="{55F104FC-B333-4FB1-8808-F239DDEE866C}" type="pres">
      <dgm:prSet presAssocID="{8D62DDF7-55A4-4B9F-8ADF-65D1DE8B54F2}" presName="parTx" presStyleLbl="revTx" presStyleIdx="1" presStyleCnt="4">
        <dgm:presLayoutVars>
          <dgm:chMax val="0"/>
          <dgm:chPref val="0"/>
        </dgm:presLayoutVars>
      </dgm:prSet>
      <dgm:spPr/>
    </dgm:pt>
    <dgm:pt modelId="{A9350B47-108A-4080-B670-7CC8154BDF59}" type="pres">
      <dgm:prSet presAssocID="{6FDB5BDF-1AA6-4CEA-8BA7-6580588583F1}" presName="sibTrans" presStyleCnt="0"/>
      <dgm:spPr/>
    </dgm:pt>
    <dgm:pt modelId="{73CD2AD8-EFDF-46D0-89D1-94F5FCC62110}" type="pres">
      <dgm:prSet presAssocID="{34F048C4-EB0F-452F-8990-DE7AD39BE449}" presName="compNode" presStyleCnt="0"/>
      <dgm:spPr/>
    </dgm:pt>
    <dgm:pt modelId="{3676451C-EFE9-450E-8899-F893CD27EC7C}" type="pres">
      <dgm:prSet presAssocID="{34F048C4-EB0F-452F-8990-DE7AD39BE449}" presName="bgRect" presStyleLbl="bgShp" presStyleIdx="2" presStyleCnt="3"/>
      <dgm:spPr/>
    </dgm:pt>
    <dgm:pt modelId="{32286E85-B789-42C9-925F-1FB59CDBD579}" type="pres">
      <dgm:prSet presAssocID="{34F048C4-EB0F-452F-8990-DE7AD39BE44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C1944EE6-CFA6-446E-8C4F-6C5E4C4CDCAF}" type="pres">
      <dgm:prSet presAssocID="{34F048C4-EB0F-452F-8990-DE7AD39BE449}" presName="spaceRect" presStyleCnt="0"/>
      <dgm:spPr/>
    </dgm:pt>
    <dgm:pt modelId="{1E060A7B-B228-4EDC-8342-0C9BD456E629}" type="pres">
      <dgm:prSet presAssocID="{34F048C4-EB0F-452F-8990-DE7AD39BE449}" presName="parTx" presStyleLbl="revTx" presStyleIdx="2" presStyleCnt="4">
        <dgm:presLayoutVars>
          <dgm:chMax val="0"/>
          <dgm:chPref val="0"/>
        </dgm:presLayoutVars>
      </dgm:prSet>
      <dgm:spPr/>
    </dgm:pt>
    <dgm:pt modelId="{D114C062-4AE1-412E-B3C2-7441612C3D89}" type="pres">
      <dgm:prSet presAssocID="{34F048C4-EB0F-452F-8990-DE7AD39BE449}" presName="desTx" presStyleLbl="revTx" presStyleIdx="3" presStyleCnt="4">
        <dgm:presLayoutVars/>
      </dgm:prSet>
      <dgm:spPr/>
    </dgm:pt>
  </dgm:ptLst>
  <dgm:cxnLst>
    <dgm:cxn modelId="{CDBB210F-CD74-4443-BE1D-1C06B613413E}" srcId="{480C3E57-5FDC-4C57-9F30-19EFE160801D}" destId="{34F048C4-EB0F-452F-8990-DE7AD39BE449}" srcOrd="2" destOrd="0" parTransId="{FDA21B3B-1413-46C5-89EA-40C132511F6D}" sibTransId="{1224EA17-2710-4EC1-B404-3123D74C4A8D}"/>
    <dgm:cxn modelId="{A7942318-356B-4B12-8F28-E18FF97B029F}" srcId="{34F048C4-EB0F-452F-8990-DE7AD39BE449}" destId="{7DD86C09-6E2D-473D-85FB-71B4FB5ABD01}" srcOrd="1" destOrd="0" parTransId="{787A9471-2B7E-4EB0-9A11-FB5031670DDD}" sibTransId="{E7C9DA64-E4F1-4711-A62B-7ECCB44F4F80}"/>
    <dgm:cxn modelId="{8DAA9B1B-FC55-4792-A2BA-5E0D2549FD45}" type="presOf" srcId="{C7D42A8E-0912-4E31-B8EC-8BE929BE0ED9}" destId="{D114C062-4AE1-412E-B3C2-7441612C3D89}" srcOrd="0" destOrd="0" presId="urn:microsoft.com/office/officeart/2018/2/layout/IconVerticalSolidList"/>
    <dgm:cxn modelId="{DFD57E23-842B-4DFE-978B-C78184FF319F}" srcId="{480C3E57-5FDC-4C57-9F30-19EFE160801D}" destId="{F2A1EA72-E93A-4427-A269-B5778460125D}" srcOrd="0" destOrd="0" parTransId="{20B1A723-CCC1-4053-B93F-1A11E19D5392}" sibTransId="{D2B7889E-C02F-4631-8D10-CD480B5749B9}"/>
    <dgm:cxn modelId="{6F18A426-04F8-4155-A0E0-1F747A898468}" type="presOf" srcId="{8D62DDF7-55A4-4B9F-8ADF-65D1DE8B54F2}" destId="{55F104FC-B333-4FB1-8808-F239DDEE866C}" srcOrd="0" destOrd="0" presId="urn:microsoft.com/office/officeart/2018/2/layout/IconVerticalSolidList"/>
    <dgm:cxn modelId="{264A7F31-B27D-4014-B7E6-32A1FD9E8D8A}" type="presOf" srcId="{F2A1EA72-E93A-4427-A269-B5778460125D}" destId="{71A2B6B6-0134-43ED-B782-36DFBB3EC460}" srcOrd="0" destOrd="0" presId="urn:microsoft.com/office/officeart/2018/2/layout/IconVerticalSolidList"/>
    <dgm:cxn modelId="{0F4F9036-7B87-4976-A869-D9CD15283ADD}" srcId="{34F048C4-EB0F-452F-8990-DE7AD39BE449}" destId="{FBFA883C-24AD-4EE7-AB8A-647582A8B1DE}" srcOrd="2" destOrd="0" parTransId="{7E4D2393-EB7B-4370-9F0A-F4960C834386}" sibTransId="{241D5D8D-DF07-49F7-9D7D-A9CB5E47F928}"/>
    <dgm:cxn modelId="{134F1351-C7F4-433D-B791-BDF2B6543205}" type="presOf" srcId="{FBFA883C-24AD-4EE7-AB8A-647582A8B1DE}" destId="{D114C062-4AE1-412E-B3C2-7441612C3D89}" srcOrd="0" destOrd="2" presId="urn:microsoft.com/office/officeart/2018/2/layout/IconVerticalSolidList"/>
    <dgm:cxn modelId="{32A5FD5C-AE8E-4EFD-8317-740AC258DA3A}" type="presOf" srcId="{480C3E57-5FDC-4C57-9F30-19EFE160801D}" destId="{5D734479-AC1F-473B-A047-6032E9638E13}" srcOrd="0" destOrd="0" presId="urn:microsoft.com/office/officeart/2018/2/layout/IconVerticalSolidList"/>
    <dgm:cxn modelId="{C23CF25E-2425-4B48-958F-5091BC9B3156}" type="presOf" srcId="{34F048C4-EB0F-452F-8990-DE7AD39BE449}" destId="{1E060A7B-B228-4EDC-8342-0C9BD456E629}" srcOrd="0" destOrd="0" presId="urn:microsoft.com/office/officeart/2018/2/layout/IconVerticalSolidList"/>
    <dgm:cxn modelId="{C5961C7B-E4B0-4134-9916-1F6876F3794E}" srcId="{34F048C4-EB0F-452F-8990-DE7AD39BE449}" destId="{C7D42A8E-0912-4E31-B8EC-8BE929BE0ED9}" srcOrd="0" destOrd="0" parTransId="{098B89DC-43A5-4908-81CE-567AA2DBBDBF}" sibTransId="{5A111672-920E-46AB-A947-8F11C206FA9E}"/>
    <dgm:cxn modelId="{5CAC6A94-6219-44D1-B608-4D8D7FEB5119}" srcId="{480C3E57-5FDC-4C57-9F30-19EFE160801D}" destId="{8D62DDF7-55A4-4B9F-8ADF-65D1DE8B54F2}" srcOrd="1" destOrd="0" parTransId="{DFDBF706-A76A-4F82-B5CC-A97664F4D4EA}" sibTransId="{6FDB5BDF-1AA6-4CEA-8BA7-6580588583F1}"/>
    <dgm:cxn modelId="{BD3ED794-2719-46B9-91CE-5D4DE815DE1E}" type="presOf" srcId="{651E2B1B-B8B5-4627-8B6E-6785F4853F9D}" destId="{D114C062-4AE1-412E-B3C2-7441612C3D89}" srcOrd="0" destOrd="3" presId="urn:microsoft.com/office/officeart/2018/2/layout/IconVerticalSolidList"/>
    <dgm:cxn modelId="{45C7FDC2-2A75-4AC7-A1E8-4423522F62EF}" type="presOf" srcId="{7DD86C09-6E2D-473D-85FB-71B4FB5ABD01}" destId="{D114C062-4AE1-412E-B3C2-7441612C3D89}" srcOrd="0" destOrd="1" presId="urn:microsoft.com/office/officeart/2018/2/layout/IconVerticalSolidList"/>
    <dgm:cxn modelId="{4FD85DD2-6F9D-42F6-98FB-90EACF917ABE}" srcId="{34F048C4-EB0F-452F-8990-DE7AD39BE449}" destId="{651E2B1B-B8B5-4627-8B6E-6785F4853F9D}" srcOrd="3" destOrd="0" parTransId="{EFB946F6-841E-4DF3-B8DE-7ACDB8072F5B}" sibTransId="{583A9C0B-B0D6-4C58-A8E7-80C7A56AB61E}"/>
    <dgm:cxn modelId="{D782816E-27D3-4B39-9B43-22089A7FC1FC}" type="presParOf" srcId="{5D734479-AC1F-473B-A047-6032E9638E13}" destId="{12951D0A-BB6E-4745-8013-1665800B11FD}" srcOrd="0" destOrd="0" presId="urn:microsoft.com/office/officeart/2018/2/layout/IconVerticalSolidList"/>
    <dgm:cxn modelId="{0F0466D0-FACF-484F-AEC3-BE1061340D4F}" type="presParOf" srcId="{12951D0A-BB6E-4745-8013-1665800B11FD}" destId="{FB9E4FCD-2954-433D-9EF2-8E7BD31422E3}" srcOrd="0" destOrd="0" presId="urn:microsoft.com/office/officeart/2018/2/layout/IconVerticalSolidList"/>
    <dgm:cxn modelId="{33558B25-97E8-4323-AA32-C511B72AE624}" type="presParOf" srcId="{12951D0A-BB6E-4745-8013-1665800B11FD}" destId="{E4C28C19-93E3-4B7E-A1EF-101F27442099}" srcOrd="1" destOrd="0" presId="urn:microsoft.com/office/officeart/2018/2/layout/IconVerticalSolidList"/>
    <dgm:cxn modelId="{D4767C1D-D6A5-4271-A1ED-07B54A000B95}" type="presParOf" srcId="{12951D0A-BB6E-4745-8013-1665800B11FD}" destId="{AB1B86AD-0DF3-4F57-8E9C-3725E0477380}" srcOrd="2" destOrd="0" presId="urn:microsoft.com/office/officeart/2018/2/layout/IconVerticalSolidList"/>
    <dgm:cxn modelId="{9C517E9E-F428-4E20-A93C-792C02632176}" type="presParOf" srcId="{12951D0A-BB6E-4745-8013-1665800B11FD}" destId="{71A2B6B6-0134-43ED-B782-36DFBB3EC460}" srcOrd="3" destOrd="0" presId="urn:microsoft.com/office/officeart/2018/2/layout/IconVerticalSolidList"/>
    <dgm:cxn modelId="{B9114D82-1093-404A-AB61-3B25A99B9135}" type="presParOf" srcId="{5D734479-AC1F-473B-A047-6032E9638E13}" destId="{AC2E121D-08FA-436E-9542-8ED1DCF5D593}" srcOrd="1" destOrd="0" presId="urn:microsoft.com/office/officeart/2018/2/layout/IconVerticalSolidList"/>
    <dgm:cxn modelId="{56C1E7C0-868A-47C3-8E66-E6F1CD01A89D}" type="presParOf" srcId="{5D734479-AC1F-473B-A047-6032E9638E13}" destId="{8150FEAB-291B-4D16-B2A4-CA3C66E6CA23}" srcOrd="2" destOrd="0" presId="urn:microsoft.com/office/officeart/2018/2/layout/IconVerticalSolidList"/>
    <dgm:cxn modelId="{80008594-D33D-4952-9AED-761BA444CEB4}" type="presParOf" srcId="{8150FEAB-291B-4D16-B2A4-CA3C66E6CA23}" destId="{F664E9AE-38FE-4253-94EE-233C65111C1B}" srcOrd="0" destOrd="0" presId="urn:microsoft.com/office/officeart/2018/2/layout/IconVerticalSolidList"/>
    <dgm:cxn modelId="{7B2B9A64-595E-46BC-82C0-A265A8A1ED9D}" type="presParOf" srcId="{8150FEAB-291B-4D16-B2A4-CA3C66E6CA23}" destId="{A41148A0-901A-4C03-8A19-55CE4E418CEE}" srcOrd="1" destOrd="0" presId="urn:microsoft.com/office/officeart/2018/2/layout/IconVerticalSolidList"/>
    <dgm:cxn modelId="{42A3F293-69FD-49DF-A488-66923EF61E16}" type="presParOf" srcId="{8150FEAB-291B-4D16-B2A4-CA3C66E6CA23}" destId="{DC692843-3BE7-4356-8813-1BD126B836DB}" srcOrd="2" destOrd="0" presId="urn:microsoft.com/office/officeart/2018/2/layout/IconVerticalSolidList"/>
    <dgm:cxn modelId="{8F515B42-DF8F-4695-B4D7-4B67A0BC5CB5}" type="presParOf" srcId="{8150FEAB-291B-4D16-B2A4-CA3C66E6CA23}" destId="{55F104FC-B333-4FB1-8808-F239DDEE866C}" srcOrd="3" destOrd="0" presId="urn:microsoft.com/office/officeart/2018/2/layout/IconVerticalSolidList"/>
    <dgm:cxn modelId="{EACAB8E4-CC22-421F-81AC-87B3230DACC4}" type="presParOf" srcId="{5D734479-AC1F-473B-A047-6032E9638E13}" destId="{A9350B47-108A-4080-B670-7CC8154BDF59}" srcOrd="3" destOrd="0" presId="urn:microsoft.com/office/officeart/2018/2/layout/IconVerticalSolidList"/>
    <dgm:cxn modelId="{F039C57F-0623-4A31-83A0-A1BD8354FD72}" type="presParOf" srcId="{5D734479-AC1F-473B-A047-6032E9638E13}" destId="{73CD2AD8-EFDF-46D0-89D1-94F5FCC62110}" srcOrd="4" destOrd="0" presId="urn:microsoft.com/office/officeart/2018/2/layout/IconVerticalSolidList"/>
    <dgm:cxn modelId="{810FF110-8FAB-4A70-8EDF-3F4758FA6BD5}" type="presParOf" srcId="{73CD2AD8-EFDF-46D0-89D1-94F5FCC62110}" destId="{3676451C-EFE9-450E-8899-F893CD27EC7C}" srcOrd="0" destOrd="0" presId="urn:microsoft.com/office/officeart/2018/2/layout/IconVerticalSolidList"/>
    <dgm:cxn modelId="{D475A897-6551-45E6-BA4C-23CB26BC3F91}" type="presParOf" srcId="{73CD2AD8-EFDF-46D0-89D1-94F5FCC62110}" destId="{32286E85-B789-42C9-925F-1FB59CDBD579}" srcOrd="1" destOrd="0" presId="urn:microsoft.com/office/officeart/2018/2/layout/IconVerticalSolidList"/>
    <dgm:cxn modelId="{BCFB626B-651A-4AF8-AD5C-B546BE116A45}" type="presParOf" srcId="{73CD2AD8-EFDF-46D0-89D1-94F5FCC62110}" destId="{C1944EE6-CFA6-446E-8C4F-6C5E4C4CDCAF}" srcOrd="2" destOrd="0" presId="urn:microsoft.com/office/officeart/2018/2/layout/IconVerticalSolidList"/>
    <dgm:cxn modelId="{441DA151-B81B-4704-88B4-C2E952EAA216}" type="presParOf" srcId="{73CD2AD8-EFDF-46D0-89D1-94F5FCC62110}" destId="{1E060A7B-B228-4EDC-8342-0C9BD456E629}" srcOrd="3" destOrd="0" presId="urn:microsoft.com/office/officeart/2018/2/layout/IconVerticalSolidList"/>
    <dgm:cxn modelId="{EDFCCD76-B4E3-48B9-B5DC-C402C7158DC1}" type="presParOf" srcId="{73CD2AD8-EFDF-46D0-89D1-94F5FCC62110}" destId="{D114C062-4AE1-412E-B3C2-7441612C3D89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286709D6-0C76-42B3-A40A-B0DC37FA1953}" type="doc">
      <dgm:prSet loTypeId="urn:microsoft.com/office/officeart/2005/8/layout/chart3" loCatId="cycle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0D35B1C-1F8B-4294-9A54-A7A9DCB1FB0D}">
      <dgm:prSet/>
      <dgm:spPr/>
      <dgm:t>
        <a:bodyPr/>
        <a:lstStyle/>
        <a:p>
          <a:r>
            <a:rPr lang="en-IN" b="1"/>
            <a:t>Enhanced User Experience:</a:t>
          </a:r>
          <a:r>
            <a:rPr lang="en-IN"/>
            <a:t> Local LLMs can provide real-time features and functionalities without relying on internet connectivity.</a:t>
          </a:r>
          <a:endParaRPr lang="en-US"/>
        </a:p>
      </dgm:t>
    </dgm:pt>
    <dgm:pt modelId="{2C284156-E176-44FB-AFE1-F445CF22A796}" type="parTrans" cxnId="{463C226F-5B0D-45AD-951A-9ED656B4565C}">
      <dgm:prSet/>
      <dgm:spPr/>
      <dgm:t>
        <a:bodyPr/>
        <a:lstStyle/>
        <a:p>
          <a:endParaRPr lang="en-US"/>
        </a:p>
      </dgm:t>
    </dgm:pt>
    <dgm:pt modelId="{D2A8CDE7-F877-4446-8891-0E7E0C18454A}" type="sibTrans" cxnId="{463C226F-5B0D-45AD-951A-9ED656B4565C}">
      <dgm:prSet/>
      <dgm:spPr/>
      <dgm:t>
        <a:bodyPr/>
        <a:lstStyle/>
        <a:p>
          <a:endParaRPr lang="en-US"/>
        </a:p>
      </dgm:t>
    </dgm:pt>
    <dgm:pt modelId="{27483F7F-2DC2-4A8C-9691-3D7CF4E2E31D}">
      <dgm:prSet/>
      <dgm:spPr/>
      <dgm:t>
        <a:bodyPr/>
        <a:lstStyle/>
        <a:p>
          <a:r>
            <a:rPr lang="en-IN" b="1"/>
            <a:t>Offline Functionality:</a:t>
          </a:r>
          <a:r>
            <a:rPr lang="en-IN"/>
            <a:t> Users can leverage LLM capabilities even in areas with limited or no internet access.</a:t>
          </a:r>
          <a:endParaRPr lang="en-US"/>
        </a:p>
      </dgm:t>
    </dgm:pt>
    <dgm:pt modelId="{C0EA1C3E-7251-49D3-9831-205BB7E8D6F0}" type="parTrans" cxnId="{1D5735D3-1289-4774-85DF-FFFCA4B35E1F}">
      <dgm:prSet/>
      <dgm:spPr/>
      <dgm:t>
        <a:bodyPr/>
        <a:lstStyle/>
        <a:p>
          <a:endParaRPr lang="en-US"/>
        </a:p>
      </dgm:t>
    </dgm:pt>
    <dgm:pt modelId="{E95B9139-1B69-480A-AF6E-2BC6B6242354}" type="sibTrans" cxnId="{1D5735D3-1289-4774-85DF-FFFCA4B35E1F}">
      <dgm:prSet/>
      <dgm:spPr/>
      <dgm:t>
        <a:bodyPr/>
        <a:lstStyle/>
        <a:p>
          <a:endParaRPr lang="en-US"/>
        </a:p>
      </dgm:t>
    </dgm:pt>
    <dgm:pt modelId="{6ED807E5-03B7-445E-836A-278A87CA746B}">
      <dgm:prSet/>
      <dgm:spPr/>
      <dgm:t>
        <a:bodyPr/>
        <a:lstStyle/>
        <a:p>
          <a:r>
            <a:rPr lang="en-IN" b="1"/>
            <a:t>Improved Privacy:</a:t>
          </a:r>
          <a:r>
            <a:rPr lang="en-IN"/>
            <a:t> Data processing occurs entirely on the device, potentially offering greater privacy control.</a:t>
          </a:r>
          <a:endParaRPr lang="en-US"/>
        </a:p>
      </dgm:t>
    </dgm:pt>
    <dgm:pt modelId="{81EB299B-75AF-4EE5-9C0E-A704F52BEF3A}" type="parTrans" cxnId="{AB01C834-8A1D-4DEB-965A-7A430CB10B67}">
      <dgm:prSet/>
      <dgm:spPr/>
      <dgm:t>
        <a:bodyPr/>
        <a:lstStyle/>
        <a:p>
          <a:endParaRPr lang="en-US"/>
        </a:p>
      </dgm:t>
    </dgm:pt>
    <dgm:pt modelId="{477BD5EC-6AFB-4872-B81A-7887C4D96A07}" type="sibTrans" cxnId="{AB01C834-8A1D-4DEB-965A-7A430CB10B67}">
      <dgm:prSet/>
      <dgm:spPr/>
      <dgm:t>
        <a:bodyPr/>
        <a:lstStyle/>
        <a:p>
          <a:endParaRPr lang="en-US"/>
        </a:p>
      </dgm:t>
    </dgm:pt>
    <dgm:pt modelId="{2071BFCA-6EDC-43F9-BE8B-A22F45C6BBEA}">
      <dgm:prSet/>
      <dgm:spPr/>
      <dgm:t>
        <a:bodyPr/>
        <a:lstStyle/>
        <a:p>
          <a:r>
            <a:rPr lang="en-IN" b="1"/>
            <a:t>Reduced Latency:</a:t>
          </a:r>
          <a:r>
            <a:rPr lang="en-IN"/>
            <a:t> Local processing eliminates the need for data transfer to and from the cloud, resulting in faster response times.</a:t>
          </a:r>
          <a:endParaRPr lang="en-US"/>
        </a:p>
      </dgm:t>
    </dgm:pt>
    <dgm:pt modelId="{DFC6AEDB-4D95-40A1-A962-0EC3DCD03523}" type="parTrans" cxnId="{51948749-7023-4680-BFF5-1E8C8D8D669A}">
      <dgm:prSet/>
      <dgm:spPr/>
      <dgm:t>
        <a:bodyPr/>
        <a:lstStyle/>
        <a:p>
          <a:endParaRPr lang="en-US"/>
        </a:p>
      </dgm:t>
    </dgm:pt>
    <dgm:pt modelId="{DC3131FC-C3D1-4CEA-8D13-90D56009E108}" type="sibTrans" cxnId="{51948749-7023-4680-BFF5-1E8C8D8D669A}">
      <dgm:prSet/>
      <dgm:spPr/>
      <dgm:t>
        <a:bodyPr/>
        <a:lstStyle/>
        <a:p>
          <a:endParaRPr lang="en-US"/>
        </a:p>
      </dgm:t>
    </dgm:pt>
    <dgm:pt modelId="{C919C36A-54A3-7944-A304-283097A782B9}" type="pres">
      <dgm:prSet presAssocID="{286709D6-0C76-42B3-A40A-B0DC37FA1953}" presName="compositeShape" presStyleCnt="0">
        <dgm:presLayoutVars>
          <dgm:chMax val="7"/>
          <dgm:dir/>
          <dgm:resizeHandles val="exact"/>
        </dgm:presLayoutVars>
      </dgm:prSet>
      <dgm:spPr/>
    </dgm:pt>
    <dgm:pt modelId="{0E09C79C-691B-1A4A-8CCE-91CA5EBC85AF}" type="pres">
      <dgm:prSet presAssocID="{286709D6-0C76-42B3-A40A-B0DC37FA1953}" presName="wedge1" presStyleLbl="node1" presStyleIdx="0" presStyleCnt="4"/>
      <dgm:spPr/>
    </dgm:pt>
    <dgm:pt modelId="{8CE219CE-00A4-FC44-A868-EDC930B68584}" type="pres">
      <dgm:prSet presAssocID="{286709D6-0C76-42B3-A40A-B0DC37FA1953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ADE027D-8AE4-DA42-A8B2-7A898CCFB483}" type="pres">
      <dgm:prSet presAssocID="{286709D6-0C76-42B3-A40A-B0DC37FA1953}" presName="wedge2" presStyleLbl="node1" presStyleIdx="1" presStyleCnt="4"/>
      <dgm:spPr/>
    </dgm:pt>
    <dgm:pt modelId="{FA0CC147-B75E-8A47-B866-C24F66371412}" type="pres">
      <dgm:prSet presAssocID="{286709D6-0C76-42B3-A40A-B0DC37FA1953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D4EBE4D-61B7-7D4D-89DC-450EE21E21BB}" type="pres">
      <dgm:prSet presAssocID="{286709D6-0C76-42B3-A40A-B0DC37FA1953}" presName="wedge3" presStyleLbl="node1" presStyleIdx="2" presStyleCnt="4"/>
      <dgm:spPr/>
    </dgm:pt>
    <dgm:pt modelId="{00F92DCC-609B-7048-BC77-9D7299B4B8F2}" type="pres">
      <dgm:prSet presAssocID="{286709D6-0C76-42B3-A40A-B0DC37FA1953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0853FD6A-EE04-DA4F-A099-9752CA57CE1D}" type="pres">
      <dgm:prSet presAssocID="{286709D6-0C76-42B3-A40A-B0DC37FA1953}" presName="wedge4" presStyleLbl="node1" presStyleIdx="3" presStyleCnt="4"/>
      <dgm:spPr/>
    </dgm:pt>
    <dgm:pt modelId="{6087F51D-08C5-5A40-B89A-818BA5256BC4}" type="pres">
      <dgm:prSet presAssocID="{286709D6-0C76-42B3-A40A-B0DC37FA1953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E5CB814-6196-C242-9EFD-58AE707DECB1}" type="presOf" srcId="{30D35B1C-1F8B-4294-9A54-A7A9DCB1FB0D}" destId="{8CE219CE-00A4-FC44-A868-EDC930B68584}" srcOrd="1" destOrd="0" presId="urn:microsoft.com/office/officeart/2005/8/layout/chart3"/>
    <dgm:cxn modelId="{CCCBD130-3733-0F44-9149-33ABAC51B7BF}" type="presOf" srcId="{2071BFCA-6EDC-43F9-BE8B-A22F45C6BBEA}" destId="{0853FD6A-EE04-DA4F-A099-9752CA57CE1D}" srcOrd="0" destOrd="0" presId="urn:microsoft.com/office/officeart/2005/8/layout/chart3"/>
    <dgm:cxn modelId="{AB01C834-8A1D-4DEB-965A-7A430CB10B67}" srcId="{286709D6-0C76-42B3-A40A-B0DC37FA1953}" destId="{6ED807E5-03B7-445E-836A-278A87CA746B}" srcOrd="2" destOrd="0" parTransId="{81EB299B-75AF-4EE5-9C0E-A704F52BEF3A}" sibTransId="{477BD5EC-6AFB-4872-B81A-7887C4D96A07}"/>
    <dgm:cxn modelId="{A63B0C44-6B06-E543-8309-74E353AD0986}" type="presOf" srcId="{6ED807E5-03B7-445E-836A-278A87CA746B}" destId="{00F92DCC-609B-7048-BC77-9D7299B4B8F2}" srcOrd="1" destOrd="0" presId="urn:microsoft.com/office/officeart/2005/8/layout/chart3"/>
    <dgm:cxn modelId="{51948749-7023-4680-BFF5-1E8C8D8D669A}" srcId="{286709D6-0C76-42B3-A40A-B0DC37FA1953}" destId="{2071BFCA-6EDC-43F9-BE8B-A22F45C6BBEA}" srcOrd="3" destOrd="0" parTransId="{DFC6AEDB-4D95-40A1-A962-0EC3DCD03523}" sibTransId="{DC3131FC-C3D1-4CEA-8D13-90D56009E108}"/>
    <dgm:cxn modelId="{B65C0B65-2F48-5B4C-A3F7-9DD25EBB5A45}" type="presOf" srcId="{6ED807E5-03B7-445E-836A-278A87CA746B}" destId="{7D4EBE4D-61B7-7D4D-89DC-450EE21E21BB}" srcOrd="0" destOrd="0" presId="urn:microsoft.com/office/officeart/2005/8/layout/chart3"/>
    <dgm:cxn modelId="{463C226F-5B0D-45AD-951A-9ED656B4565C}" srcId="{286709D6-0C76-42B3-A40A-B0DC37FA1953}" destId="{30D35B1C-1F8B-4294-9A54-A7A9DCB1FB0D}" srcOrd="0" destOrd="0" parTransId="{2C284156-E176-44FB-AFE1-F445CF22A796}" sibTransId="{D2A8CDE7-F877-4446-8891-0E7E0C18454A}"/>
    <dgm:cxn modelId="{E2CE07AA-1970-C742-9202-7A9E81702ED6}" type="presOf" srcId="{27483F7F-2DC2-4A8C-9691-3D7CF4E2E31D}" destId="{FA0CC147-B75E-8A47-B866-C24F66371412}" srcOrd="1" destOrd="0" presId="urn:microsoft.com/office/officeart/2005/8/layout/chart3"/>
    <dgm:cxn modelId="{F20105B7-0C3B-DE4E-BD8B-2873786BB2AA}" type="presOf" srcId="{286709D6-0C76-42B3-A40A-B0DC37FA1953}" destId="{C919C36A-54A3-7944-A304-283097A782B9}" srcOrd="0" destOrd="0" presId="urn:microsoft.com/office/officeart/2005/8/layout/chart3"/>
    <dgm:cxn modelId="{1D5735D3-1289-4774-85DF-FFFCA4B35E1F}" srcId="{286709D6-0C76-42B3-A40A-B0DC37FA1953}" destId="{27483F7F-2DC2-4A8C-9691-3D7CF4E2E31D}" srcOrd="1" destOrd="0" parTransId="{C0EA1C3E-7251-49D3-9831-205BB7E8D6F0}" sibTransId="{E95B9139-1B69-480A-AF6E-2BC6B6242354}"/>
    <dgm:cxn modelId="{A6F491DC-3281-0F49-98FD-2080BECC5540}" type="presOf" srcId="{30D35B1C-1F8B-4294-9A54-A7A9DCB1FB0D}" destId="{0E09C79C-691B-1A4A-8CCE-91CA5EBC85AF}" srcOrd="0" destOrd="0" presId="urn:microsoft.com/office/officeart/2005/8/layout/chart3"/>
    <dgm:cxn modelId="{63A93DDD-4061-CE4F-B7CB-9ED2F76EBE5B}" type="presOf" srcId="{2071BFCA-6EDC-43F9-BE8B-A22F45C6BBEA}" destId="{6087F51D-08C5-5A40-B89A-818BA5256BC4}" srcOrd="1" destOrd="0" presId="urn:microsoft.com/office/officeart/2005/8/layout/chart3"/>
    <dgm:cxn modelId="{1DAFDAEF-CAFC-0141-810C-E07AB8766E6C}" type="presOf" srcId="{27483F7F-2DC2-4A8C-9691-3D7CF4E2E31D}" destId="{DADE027D-8AE4-DA42-A8B2-7A898CCFB483}" srcOrd="0" destOrd="0" presId="urn:microsoft.com/office/officeart/2005/8/layout/chart3"/>
    <dgm:cxn modelId="{21F3ED2C-4F39-EA4E-8F0E-50E5E07DF512}" type="presParOf" srcId="{C919C36A-54A3-7944-A304-283097A782B9}" destId="{0E09C79C-691B-1A4A-8CCE-91CA5EBC85AF}" srcOrd="0" destOrd="0" presId="urn:microsoft.com/office/officeart/2005/8/layout/chart3"/>
    <dgm:cxn modelId="{85F50ECA-0050-3A47-B177-E5BDADBB3E09}" type="presParOf" srcId="{C919C36A-54A3-7944-A304-283097A782B9}" destId="{8CE219CE-00A4-FC44-A868-EDC930B68584}" srcOrd="1" destOrd="0" presId="urn:microsoft.com/office/officeart/2005/8/layout/chart3"/>
    <dgm:cxn modelId="{A1CDADF5-278C-0B45-ACBE-714F13A78BEC}" type="presParOf" srcId="{C919C36A-54A3-7944-A304-283097A782B9}" destId="{DADE027D-8AE4-DA42-A8B2-7A898CCFB483}" srcOrd="2" destOrd="0" presId="urn:microsoft.com/office/officeart/2005/8/layout/chart3"/>
    <dgm:cxn modelId="{3DDE6E64-A949-8647-9EE2-2062ECF20EC3}" type="presParOf" srcId="{C919C36A-54A3-7944-A304-283097A782B9}" destId="{FA0CC147-B75E-8A47-B866-C24F66371412}" srcOrd="3" destOrd="0" presId="urn:microsoft.com/office/officeart/2005/8/layout/chart3"/>
    <dgm:cxn modelId="{5C4D7146-93B5-A043-8EC7-05977630ACB5}" type="presParOf" srcId="{C919C36A-54A3-7944-A304-283097A782B9}" destId="{7D4EBE4D-61B7-7D4D-89DC-450EE21E21BB}" srcOrd="4" destOrd="0" presId="urn:microsoft.com/office/officeart/2005/8/layout/chart3"/>
    <dgm:cxn modelId="{E3CE7A80-715A-B249-B0B8-2E9F721F8CE6}" type="presParOf" srcId="{C919C36A-54A3-7944-A304-283097A782B9}" destId="{00F92DCC-609B-7048-BC77-9D7299B4B8F2}" srcOrd="5" destOrd="0" presId="urn:microsoft.com/office/officeart/2005/8/layout/chart3"/>
    <dgm:cxn modelId="{0E6FC52D-28C7-7848-A396-2B16FD1CE0F3}" type="presParOf" srcId="{C919C36A-54A3-7944-A304-283097A782B9}" destId="{0853FD6A-EE04-DA4F-A099-9752CA57CE1D}" srcOrd="6" destOrd="0" presId="urn:microsoft.com/office/officeart/2005/8/layout/chart3"/>
    <dgm:cxn modelId="{D76D6BDD-6679-E848-9D09-D109BDB7D589}" type="presParOf" srcId="{C919C36A-54A3-7944-A304-283097A782B9}" destId="{6087F51D-08C5-5A40-B89A-818BA5256BC4}" srcOrd="7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56C8B39-69F3-4B86-9443-5CD53B9FB04A}" type="doc">
      <dgm:prSet loTypeId="urn:microsoft.com/office/officeart/2005/8/layout/chevron2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A02FC15-B0EB-4B3E-A5EF-535377162C42}">
      <dgm:prSet/>
      <dgm:spPr/>
      <dgm:t>
        <a:bodyPr/>
        <a:lstStyle/>
        <a:p>
          <a:pPr>
            <a:defRPr b="1"/>
          </a:pPr>
          <a:r>
            <a:rPr lang="en-IN" b="1"/>
            <a:t>What You'll Need</a:t>
          </a:r>
          <a:endParaRPr lang="en-US"/>
        </a:p>
      </dgm:t>
    </dgm:pt>
    <dgm:pt modelId="{DCE52C8D-AEBB-4431-911F-B16E559BB762}" type="parTrans" cxnId="{97054060-0FD0-4B67-A172-7DCAD3E9D9B2}">
      <dgm:prSet/>
      <dgm:spPr/>
      <dgm:t>
        <a:bodyPr/>
        <a:lstStyle/>
        <a:p>
          <a:endParaRPr lang="en-US"/>
        </a:p>
      </dgm:t>
    </dgm:pt>
    <dgm:pt modelId="{D5B7C207-3098-4521-8CF1-52AFB239B8B2}" type="sibTrans" cxnId="{97054060-0FD0-4B67-A172-7DCAD3E9D9B2}">
      <dgm:prSet/>
      <dgm:spPr/>
      <dgm:t>
        <a:bodyPr/>
        <a:lstStyle/>
        <a:p>
          <a:endParaRPr lang="en-US"/>
        </a:p>
      </dgm:t>
    </dgm:pt>
    <dgm:pt modelId="{FDBE4296-AF8E-43BC-AD99-0683666C0D6B}">
      <dgm:prSet/>
      <dgm:spPr/>
      <dgm:t>
        <a:bodyPr/>
        <a:lstStyle/>
        <a:p>
          <a:r>
            <a:rPr lang="en-IN"/>
            <a:t>An Android device running Android 8.0 Oreo or later</a:t>
          </a:r>
          <a:endParaRPr lang="en-US"/>
        </a:p>
      </dgm:t>
    </dgm:pt>
    <dgm:pt modelId="{4B2830C6-732C-4A99-A6E2-1AF43C816D1D}" type="parTrans" cxnId="{DF1D3518-9BC1-4C41-8D22-FB844893A86E}">
      <dgm:prSet/>
      <dgm:spPr/>
      <dgm:t>
        <a:bodyPr/>
        <a:lstStyle/>
        <a:p>
          <a:endParaRPr lang="en-US"/>
        </a:p>
      </dgm:t>
    </dgm:pt>
    <dgm:pt modelId="{F49A3CE6-F563-40FD-8901-E89CDAD2D7C2}" type="sibTrans" cxnId="{DF1D3518-9BC1-4C41-8D22-FB844893A86E}">
      <dgm:prSet/>
      <dgm:spPr/>
      <dgm:t>
        <a:bodyPr/>
        <a:lstStyle/>
        <a:p>
          <a:endParaRPr lang="en-US"/>
        </a:p>
      </dgm:t>
    </dgm:pt>
    <dgm:pt modelId="{61EF3CD3-473A-428F-B355-B1F6EA27CDF3}">
      <dgm:prSet/>
      <dgm:spPr/>
      <dgm:t>
        <a:bodyPr/>
        <a:lstStyle/>
        <a:p>
          <a:r>
            <a:rPr lang="en-IN"/>
            <a:t>At least 4GB of RAM for smooth performance</a:t>
          </a:r>
          <a:endParaRPr lang="en-US"/>
        </a:p>
      </dgm:t>
    </dgm:pt>
    <dgm:pt modelId="{F0381B21-3BB8-4F00-810C-D99FE99E77B9}" type="parTrans" cxnId="{2C637E19-C305-4BBF-8F3D-481390BAD016}">
      <dgm:prSet/>
      <dgm:spPr/>
      <dgm:t>
        <a:bodyPr/>
        <a:lstStyle/>
        <a:p>
          <a:endParaRPr lang="en-US"/>
        </a:p>
      </dgm:t>
    </dgm:pt>
    <dgm:pt modelId="{F31F355C-82FE-4302-9831-16D70A7387C1}" type="sibTrans" cxnId="{2C637E19-C305-4BBF-8F3D-481390BAD016}">
      <dgm:prSet/>
      <dgm:spPr/>
      <dgm:t>
        <a:bodyPr/>
        <a:lstStyle/>
        <a:p>
          <a:endParaRPr lang="en-US"/>
        </a:p>
      </dgm:t>
    </dgm:pt>
    <dgm:pt modelId="{2BA5E860-59C6-4C49-BABF-CADDBC2CD37B}">
      <dgm:prSet/>
      <dgm:spPr/>
      <dgm:t>
        <a:bodyPr/>
        <a:lstStyle/>
        <a:p>
          <a:r>
            <a:rPr lang="en-IN"/>
            <a:t>Sufficient storage space to accommodate the LLM model and its associated files (at least 2GB recommended)</a:t>
          </a:r>
          <a:endParaRPr lang="en-US"/>
        </a:p>
      </dgm:t>
    </dgm:pt>
    <dgm:pt modelId="{45C87803-6331-4207-8663-DE6C38C0B5C2}" type="parTrans" cxnId="{65689079-3EBF-400E-A5F3-E16C962E42C1}">
      <dgm:prSet/>
      <dgm:spPr/>
      <dgm:t>
        <a:bodyPr/>
        <a:lstStyle/>
        <a:p>
          <a:endParaRPr lang="en-US"/>
        </a:p>
      </dgm:t>
    </dgm:pt>
    <dgm:pt modelId="{BDA81A97-7721-4A4B-BFA9-91E0E2D83143}" type="sibTrans" cxnId="{65689079-3EBF-400E-A5F3-E16C962E42C1}">
      <dgm:prSet/>
      <dgm:spPr/>
      <dgm:t>
        <a:bodyPr/>
        <a:lstStyle/>
        <a:p>
          <a:endParaRPr lang="en-US"/>
        </a:p>
      </dgm:t>
    </dgm:pt>
    <dgm:pt modelId="{FA7475FC-CE93-4D65-8476-66A2B75A178A}">
      <dgm:prSet/>
      <dgm:spPr/>
      <dgm:t>
        <a:bodyPr/>
        <a:lstStyle/>
        <a:p>
          <a:pPr>
            <a:defRPr b="1"/>
          </a:pPr>
          <a:r>
            <a:rPr lang="en-IN" b="1"/>
            <a:t>Installation Steps</a:t>
          </a:r>
          <a:endParaRPr lang="en-US"/>
        </a:p>
      </dgm:t>
    </dgm:pt>
    <dgm:pt modelId="{2E425F94-EE23-4D12-A685-FAE9821AA160}" type="parTrans" cxnId="{06BE6BA9-F9BF-4E6F-9CE9-10CE16AF8BAB}">
      <dgm:prSet/>
      <dgm:spPr/>
      <dgm:t>
        <a:bodyPr/>
        <a:lstStyle/>
        <a:p>
          <a:endParaRPr lang="en-US"/>
        </a:p>
      </dgm:t>
    </dgm:pt>
    <dgm:pt modelId="{3E4957E1-9377-4B5D-A324-C6206E5985A5}" type="sibTrans" cxnId="{06BE6BA9-F9BF-4E6F-9CE9-10CE16AF8BAB}">
      <dgm:prSet/>
      <dgm:spPr/>
      <dgm:t>
        <a:bodyPr/>
        <a:lstStyle/>
        <a:p>
          <a:endParaRPr lang="en-US"/>
        </a:p>
      </dgm:t>
    </dgm:pt>
    <dgm:pt modelId="{B970FA96-556E-4E6F-A518-4875FAA0ABA2}">
      <dgm:prSet/>
      <dgm:spPr/>
      <dgm:t>
        <a:bodyPr/>
        <a:lstStyle/>
        <a:p>
          <a:r>
            <a:rPr lang="en-IN"/>
            <a:t>The installation process involves setting up the development environment, downloading the chosen LLM model, and following the specific installation instructions for your chosen model.</a:t>
          </a:r>
          <a:endParaRPr lang="en-US"/>
        </a:p>
      </dgm:t>
    </dgm:pt>
    <dgm:pt modelId="{C251288F-69C6-4562-A0E4-242EB4BEB780}" type="parTrans" cxnId="{85FB05BB-4F52-4C19-82D2-75028D44D59F}">
      <dgm:prSet/>
      <dgm:spPr/>
      <dgm:t>
        <a:bodyPr/>
        <a:lstStyle/>
        <a:p>
          <a:endParaRPr lang="en-US"/>
        </a:p>
      </dgm:t>
    </dgm:pt>
    <dgm:pt modelId="{BD005F1F-80B7-4CC8-B084-9882B0A42AB0}" type="sibTrans" cxnId="{85FB05BB-4F52-4C19-82D2-75028D44D59F}">
      <dgm:prSet/>
      <dgm:spPr/>
      <dgm:t>
        <a:bodyPr/>
        <a:lstStyle/>
        <a:p>
          <a:endParaRPr lang="en-US"/>
        </a:p>
      </dgm:t>
    </dgm:pt>
    <dgm:pt modelId="{54CA7127-19F2-3E40-9D39-19B6CCA8AC5B}" type="pres">
      <dgm:prSet presAssocID="{856C8B39-69F3-4B86-9443-5CD53B9FB04A}" presName="linearFlow" presStyleCnt="0">
        <dgm:presLayoutVars>
          <dgm:dir/>
          <dgm:animLvl val="lvl"/>
          <dgm:resizeHandles val="exact"/>
        </dgm:presLayoutVars>
      </dgm:prSet>
      <dgm:spPr/>
    </dgm:pt>
    <dgm:pt modelId="{73C0ABB3-81B7-E74E-940D-BA61B2F012A3}" type="pres">
      <dgm:prSet presAssocID="{4A02FC15-B0EB-4B3E-A5EF-535377162C42}" presName="composite" presStyleCnt="0"/>
      <dgm:spPr/>
    </dgm:pt>
    <dgm:pt modelId="{D0BD18EB-F401-914C-8D26-39966A9D2C0C}" type="pres">
      <dgm:prSet presAssocID="{4A02FC15-B0EB-4B3E-A5EF-535377162C42}" presName="parentText" presStyleLbl="alignNode1" presStyleIdx="0" presStyleCnt="2">
        <dgm:presLayoutVars>
          <dgm:chMax val="1"/>
          <dgm:bulletEnabled val="1"/>
        </dgm:presLayoutVars>
      </dgm:prSet>
      <dgm:spPr/>
    </dgm:pt>
    <dgm:pt modelId="{8F77C4AB-0249-554F-9BB5-13EEAFAEAA36}" type="pres">
      <dgm:prSet presAssocID="{4A02FC15-B0EB-4B3E-A5EF-535377162C42}" presName="descendantText" presStyleLbl="alignAcc1" presStyleIdx="0" presStyleCnt="2">
        <dgm:presLayoutVars>
          <dgm:bulletEnabled val="1"/>
        </dgm:presLayoutVars>
      </dgm:prSet>
      <dgm:spPr/>
    </dgm:pt>
    <dgm:pt modelId="{606467FC-844F-E747-9479-CD1C3531CFED}" type="pres">
      <dgm:prSet presAssocID="{D5B7C207-3098-4521-8CF1-52AFB239B8B2}" presName="sp" presStyleCnt="0"/>
      <dgm:spPr/>
    </dgm:pt>
    <dgm:pt modelId="{CF2F8EE8-57E9-1C48-99E5-9E810D2C87D4}" type="pres">
      <dgm:prSet presAssocID="{FA7475FC-CE93-4D65-8476-66A2B75A178A}" presName="composite" presStyleCnt="0"/>
      <dgm:spPr/>
    </dgm:pt>
    <dgm:pt modelId="{C3541D33-B7D9-524C-AA50-7641CBCE5237}" type="pres">
      <dgm:prSet presAssocID="{FA7475FC-CE93-4D65-8476-66A2B75A178A}" presName="parentText" presStyleLbl="alignNode1" presStyleIdx="1" presStyleCnt="2">
        <dgm:presLayoutVars>
          <dgm:chMax val="1"/>
          <dgm:bulletEnabled val="1"/>
        </dgm:presLayoutVars>
      </dgm:prSet>
      <dgm:spPr/>
    </dgm:pt>
    <dgm:pt modelId="{384852F2-83AB-2D48-A61A-380E4284EDE1}" type="pres">
      <dgm:prSet presAssocID="{FA7475FC-CE93-4D65-8476-66A2B75A178A}" presName="descendantText" presStyleLbl="alignAcc1" presStyleIdx="1" presStyleCnt="2">
        <dgm:presLayoutVars>
          <dgm:bulletEnabled val="1"/>
        </dgm:presLayoutVars>
      </dgm:prSet>
      <dgm:spPr/>
    </dgm:pt>
  </dgm:ptLst>
  <dgm:cxnLst>
    <dgm:cxn modelId="{DF1D3518-9BC1-4C41-8D22-FB844893A86E}" srcId="{4A02FC15-B0EB-4B3E-A5EF-535377162C42}" destId="{FDBE4296-AF8E-43BC-AD99-0683666C0D6B}" srcOrd="0" destOrd="0" parTransId="{4B2830C6-732C-4A99-A6E2-1AF43C816D1D}" sibTransId="{F49A3CE6-F563-40FD-8901-E89CDAD2D7C2}"/>
    <dgm:cxn modelId="{2C637E19-C305-4BBF-8F3D-481390BAD016}" srcId="{4A02FC15-B0EB-4B3E-A5EF-535377162C42}" destId="{61EF3CD3-473A-428F-B355-B1F6EA27CDF3}" srcOrd="1" destOrd="0" parTransId="{F0381B21-3BB8-4F00-810C-D99FE99E77B9}" sibTransId="{F31F355C-82FE-4302-9831-16D70A7387C1}"/>
    <dgm:cxn modelId="{FA444B2F-76D2-0C46-8DBB-AEB6731B2516}" type="presOf" srcId="{FA7475FC-CE93-4D65-8476-66A2B75A178A}" destId="{C3541D33-B7D9-524C-AA50-7641CBCE5237}" srcOrd="0" destOrd="0" presId="urn:microsoft.com/office/officeart/2005/8/layout/chevron2"/>
    <dgm:cxn modelId="{97054060-0FD0-4B67-A172-7DCAD3E9D9B2}" srcId="{856C8B39-69F3-4B86-9443-5CD53B9FB04A}" destId="{4A02FC15-B0EB-4B3E-A5EF-535377162C42}" srcOrd="0" destOrd="0" parTransId="{DCE52C8D-AEBB-4431-911F-B16E559BB762}" sibTransId="{D5B7C207-3098-4521-8CF1-52AFB239B8B2}"/>
    <dgm:cxn modelId="{E15DCE6E-A4F4-AF48-8FC4-2C5FDE59B1E7}" type="presOf" srcId="{61EF3CD3-473A-428F-B355-B1F6EA27CDF3}" destId="{8F77C4AB-0249-554F-9BB5-13EEAFAEAA36}" srcOrd="0" destOrd="1" presId="urn:microsoft.com/office/officeart/2005/8/layout/chevron2"/>
    <dgm:cxn modelId="{65689079-3EBF-400E-A5F3-E16C962E42C1}" srcId="{4A02FC15-B0EB-4B3E-A5EF-535377162C42}" destId="{2BA5E860-59C6-4C49-BABF-CADDBC2CD37B}" srcOrd="2" destOrd="0" parTransId="{45C87803-6331-4207-8663-DE6C38C0B5C2}" sibTransId="{BDA81A97-7721-4A4B-BFA9-91E0E2D83143}"/>
    <dgm:cxn modelId="{06BE6BA9-F9BF-4E6F-9CE9-10CE16AF8BAB}" srcId="{856C8B39-69F3-4B86-9443-5CD53B9FB04A}" destId="{FA7475FC-CE93-4D65-8476-66A2B75A178A}" srcOrd="1" destOrd="0" parTransId="{2E425F94-EE23-4D12-A685-FAE9821AA160}" sibTransId="{3E4957E1-9377-4B5D-A324-C6206E5985A5}"/>
    <dgm:cxn modelId="{08BFABAA-F115-3449-A7EB-14598253A8CA}" type="presOf" srcId="{B970FA96-556E-4E6F-A518-4875FAA0ABA2}" destId="{384852F2-83AB-2D48-A61A-380E4284EDE1}" srcOrd="0" destOrd="0" presId="urn:microsoft.com/office/officeart/2005/8/layout/chevron2"/>
    <dgm:cxn modelId="{59E812AE-8F5D-494B-8BC9-9374A1810524}" type="presOf" srcId="{4A02FC15-B0EB-4B3E-A5EF-535377162C42}" destId="{D0BD18EB-F401-914C-8D26-39966A9D2C0C}" srcOrd="0" destOrd="0" presId="urn:microsoft.com/office/officeart/2005/8/layout/chevron2"/>
    <dgm:cxn modelId="{2CAD09AF-B345-A04A-BA37-9CA262901908}" type="presOf" srcId="{856C8B39-69F3-4B86-9443-5CD53B9FB04A}" destId="{54CA7127-19F2-3E40-9D39-19B6CCA8AC5B}" srcOrd="0" destOrd="0" presId="urn:microsoft.com/office/officeart/2005/8/layout/chevron2"/>
    <dgm:cxn modelId="{85FB05BB-4F52-4C19-82D2-75028D44D59F}" srcId="{FA7475FC-CE93-4D65-8476-66A2B75A178A}" destId="{B970FA96-556E-4E6F-A518-4875FAA0ABA2}" srcOrd="0" destOrd="0" parTransId="{C251288F-69C6-4562-A0E4-242EB4BEB780}" sibTransId="{BD005F1F-80B7-4CC8-B084-9882B0A42AB0}"/>
    <dgm:cxn modelId="{57CBDDBC-D3B3-B841-A7E9-C077776D5299}" type="presOf" srcId="{2BA5E860-59C6-4C49-BABF-CADDBC2CD37B}" destId="{8F77C4AB-0249-554F-9BB5-13EEAFAEAA36}" srcOrd="0" destOrd="2" presId="urn:microsoft.com/office/officeart/2005/8/layout/chevron2"/>
    <dgm:cxn modelId="{98D33AFF-32F6-2642-8C09-6F6B476AFC45}" type="presOf" srcId="{FDBE4296-AF8E-43BC-AD99-0683666C0D6B}" destId="{8F77C4AB-0249-554F-9BB5-13EEAFAEAA36}" srcOrd="0" destOrd="0" presId="urn:microsoft.com/office/officeart/2005/8/layout/chevron2"/>
    <dgm:cxn modelId="{C8BF250C-8E80-CC43-ABF2-19851F3576A9}" type="presParOf" srcId="{54CA7127-19F2-3E40-9D39-19B6CCA8AC5B}" destId="{73C0ABB3-81B7-E74E-940D-BA61B2F012A3}" srcOrd="0" destOrd="0" presId="urn:microsoft.com/office/officeart/2005/8/layout/chevron2"/>
    <dgm:cxn modelId="{07D34CCC-A207-314C-8E10-6AAD5C43F308}" type="presParOf" srcId="{73C0ABB3-81B7-E74E-940D-BA61B2F012A3}" destId="{D0BD18EB-F401-914C-8D26-39966A9D2C0C}" srcOrd="0" destOrd="0" presId="urn:microsoft.com/office/officeart/2005/8/layout/chevron2"/>
    <dgm:cxn modelId="{4B71D006-543C-3845-8DD2-4B086CEE92B6}" type="presParOf" srcId="{73C0ABB3-81B7-E74E-940D-BA61B2F012A3}" destId="{8F77C4AB-0249-554F-9BB5-13EEAFAEAA36}" srcOrd="1" destOrd="0" presId="urn:microsoft.com/office/officeart/2005/8/layout/chevron2"/>
    <dgm:cxn modelId="{BE6CBE94-B12B-8B42-A48D-9C737905E189}" type="presParOf" srcId="{54CA7127-19F2-3E40-9D39-19B6CCA8AC5B}" destId="{606467FC-844F-E747-9479-CD1C3531CFED}" srcOrd="1" destOrd="0" presId="urn:microsoft.com/office/officeart/2005/8/layout/chevron2"/>
    <dgm:cxn modelId="{A41C5FCC-D996-384A-8123-5A016237E09C}" type="presParOf" srcId="{54CA7127-19F2-3E40-9D39-19B6CCA8AC5B}" destId="{CF2F8EE8-57E9-1C48-99E5-9E810D2C87D4}" srcOrd="2" destOrd="0" presId="urn:microsoft.com/office/officeart/2005/8/layout/chevron2"/>
    <dgm:cxn modelId="{C2E5C3D5-1B67-BB4A-B305-C40A3116583D}" type="presParOf" srcId="{CF2F8EE8-57E9-1C48-99E5-9E810D2C87D4}" destId="{C3541D33-B7D9-524C-AA50-7641CBCE5237}" srcOrd="0" destOrd="0" presId="urn:microsoft.com/office/officeart/2005/8/layout/chevron2"/>
    <dgm:cxn modelId="{797366AF-DC7A-AD43-9D4F-18E39C1993C0}" type="presParOf" srcId="{CF2F8EE8-57E9-1C48-99E5-9E810D2C87D4}" destId="{384852F2-83AB-2D48-A61A-380E4284EDE1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3976792-FC22-41AC-8822-CE87ABF9728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10E7D6F-A91E-478E-AD7F-5A5F4F3ACDCD}">
      <dgm:prSet/>
      <dgm:spPr/>
      <dgm:t>
        <a:bodyPr/>
        <a:lstStyle/>
        <a:p>
          <a:r>
            <a:rPr lang="en-IN"/>
            <a:t>Limited Processing Power and Battery Life: Mobile devices have inherently lower processing power and battery capacity compared to desktop computers.</a:t>
          </a:r>
          <a:endParaRPr lang="en-US"/>
        </a:p>
      </dgm:t>
    </dgm:pt>
    <dgm:pt modelId="{844F11BB-7B73-4471-8A3A-68AF5264650F}" type="parTrans" cxnId="{1200B26B-F818-487E-A1F9-7E8D9E136449}">
      <dgm:prSet/>
      <dgm:spPr/>
      <dgm:t>
        <a:bodyPr/>
        <a:lstStyle/>
        <a:p>
          <a:endParaRPr lang="en-US"/>
        </a:p>
      </dgm:t>
    </dgm:pt>
    <dgm:pt modelId="{635361BA-FB61-45BE-BB67-6B2631333273}" type="sibTrans" cxnId="{1200B26B-F818-487E-A1F9-7E8D9E136449}">
      <dgm:prSet/>
      <dgm:spPr/>
      <dgm:t>
        <a:bodyPr/>
        <a:lstStyle/>
        <a:p>
          <a:endParaRPr lang="en-US"/>
        </a:p>
      </dgm:t>
    </dgm:pt>
    <dgm:pt modelId="{4A8338FE-3803-48A7-9E3C-E6FF1B4643FF}">
      <dgm:prSet/>
      <dgm:spPr/>
      <dgm:t>
        <a:bodyPr/>
        <a:lstStyle/>
        <a:p>
          <a:r>
            <a:rPr lang="en-IN"/>
            <a:t>Memory Constraints: Mobile devices typically have less memory compared to desktops, making it essential to optimize model size and memory usage.</a:t>
          </a:r>
          <a:endParaRPr lang="en-US"/>
        </a:p>
      </dgm:t>
    </dgm:pt>
    <dgm:pt modelId="{DEA1435F-E6A7-4C97-8417-299A6DD6A620}" type="parTrans" cxnId="{E6CC4E8F-FB09-40CD-B950-26A5F8413B11}">
      <dgm:prSet/>
      <dgm:spPr/>
      <dgm:t>
        <a:bodyPr/>
        <a:lstStyle/>
        <a:p>
          <a:endParaRPr lang="en-US"/>
        </a:p>
      </dgm:t>
    </dgm:pt>
    <dgm:pt modelId="{32CFA94F-6DAB-4464-8402-D568849E0197}" type="sibTrans" cxnId="{E6CC4E8F-FB09-40CD-B950-26A5F8413B11}">
      <dgm:prSet/>
      <dgm:spPr/>
      <dgm:t>
        <a:bodyPr/>
        <a:lstStyle/>
        <a:p>
          <a:endParaRPr lang="en-US"/>
        </a:p>
      </dgm:t>
    </dgm:pt>
    <dgm:pt modelId="{0179D9EE-DB83-42B3-B500-30BB076ECB61}" type="pres">
      <dgm:prSet presAssocID="{D3976792-FC22-41AC-8822-CE87ABF97280}" presName="root" presStyleCnt="0">
        <dgm:presLayoutVars>
          <dgm:dir/>
          <dgm:resizeHandles val="exact"/>
        </dgm:presLayoutVars>
      </dgm:prSet>
      <dgm:spPr/>
    </dgm:pt>
    <dgm:pt modelId="{2C3FC4E2-529C-4D2A-B3FD-F695D7543316}" type="pres">
      <dgm:prSet presAssocID="{710E7D6F-A91E-478E-AD7F-5A5F4F3ACDCD}" presName="compNode" presStyleCnt="0"/>
      <dgm:spPr/>
    </dgm:pt>
    <dgm:pt modelId="{52AF984D-45B7-4A81-85D0-00ABDF120580}" type="pres">
      <dgm:prSet presAssocID="{710E7D6F-A91E-478E-AD7F-5A5F4F3ACDCD}" presName="bgRect" presStyleLbl="bgShp" presStyleIdx="0" presStyleCnt="2"/>
      <dgm:spPr/>
    </dgm:pt>
    <dgm:pt modelId="{0903AF57-BF1D-40EC-A9D5-3AFB59B86BB7}" type="pres">
      <dgm:prSet presAssocID="{710E7D6F-A91E-478E-AD7F-5A5F4F3ACDC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9B572BDA-9E5A-4AC6-929F-EF861429A598}" type="pres">
      <dgm:prSet presAssocID="{710E7D6F-A91E-478E-AD7F-5A5F4F3ACDCD}" presName="spaceRect" presStyleCnt="0"/>
      <dgm:spPr/>
    </dgm:pt>
    <dgm:pt modelId="{0FF40559-B44D-4997-BBA8-58C148C78C04}" type="pres">
      <dgm:prSet presAssocID="{710E7D6F-A91E-478E-AD7F-5A5F4F3ACDCD}" presName="parTx" presStyleLbl="revTx" presStyleIdx="0" presStyleCnt="2">
        <dgm:presLayoutVars>
          <dgm:chMax val="0"/>
          <dgm:chPref val="0"/>
        </dgm:presLayoutVars>
      </dgm:prSet>
      <dgm:spPr/>
    </dgm:pt>
    <dgm:pt modelId="{72FB643B-3C48-4C07-A392-0FFF7E8D0128}" type="pres">
      <dgm:prSet presAssocID="{635361BA-FB61-45BE-BB67-6B2631333273}" presName="sibTrans" presStyleCnt="0"/>
      <dgm:spPr/>
    </dgm:pt>
    <dgm:pt modelId="{0812624F-120E-462A-9C22-46B745868130}" type="pres">
      <dgm:prSet presAssocID="{4A8338FE-3803-48A7-9E3C-E6FF1B4643FF}" presName="compNode" presStyleCnt="0"/>
      <dgm:spPr/>
    </dgm:pt>
    <dgm:pt modelId="{CF060AE5-2536-4D61-B209-72E27CBEBD96}" type="pres">
      <dgm:prSet presAssocID="{4A8338FE-3803-48A7-9E3C-E6FF1B4643FF}" presName="bgRect" presStyleLbl="bgShp" presStyleIdx="1" presStyleCnt="2"/>
      <dgm:spPr/>
    </dgm:pt>
    <dgm:pt modelId="{0A0E0C98-65AF-43F1-A867-D7EB4968D47E}" type="pres">
      <dgm:prSet presAssocID="{4A8338FE-3803-48A7-9E3C-E6FF1B4643F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A6A514D-12F3-4AEE-B0C8-B4962D4C668B}" type="pres">
      <dgm:prSet presAssocID="{4A8338FE-3803-48A7-9E3C-E6FF1B4643FF}" presName="spaceRect" presStyleCnt="0"/>
      <dgm:spPr/>
    </dgm:pt>
    <dgm:pt modelId="{36BAA556-0BB9-4E9E-9DD0-FC7288BD4CF5}" type="pres">
      <dgm:prSet presAssocID="{4A8338FE-3803-48A7-9E3C-E6FF1B4643F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108F43E-281E-4D5A-8F65-B557724C172B}" type="presOf" srcId="{4A8338FE-3803-48A7-9E3C-E6FF1B4643FF}" destId="{36BAA556-0BB9-4E9E-9DD0-FC7288BD4CF5}" srcOrd="0" destOrd="0" presId="urn:microsoft.com/office/officeart/2018/2/layout/IconVerticalSolidList"/>
    <dgm:cxn modelId="{40A02457-CC89-421C-8387-B396FF9AFF82}" type="presOf" srcId="{710E7D6F-A91E-478E-AD7F-5A5F4F3ACDCD}" destId="{0FF40559-B44D-4997-BBA8-58C148C78C04}" srcOrd="0" destOrd="0" presId="urn:microsoft.com/office/officeart/2018/2/layout/IconVerticalSolidList"/>
    <dgm:cxn modelId="{1200B26B-F818-487E-A1F9-7E8D9E136449}" srcId="{D3976792-FC22-41AC-8822-CE87ABF97280}" destId="{710E7D6F-A91E-478E-AD7F-5A5F4F3ACDCD}" srcOrd="0" destOrd="0" parTransId="{844F11BB-7B73-4471-8A3A-68AF5264650F}" sibTransId="{635361BA-FB61-45BE-BB67-6B2631333273}"/>
    <dgm:cxn modelId="{0BA36685-E292-4CA3-81DE-7177BF858ABA}" type="presOf" srcId="{D3976792-FC22-41AC-8822-CE87ABF97280}" destId="{0179D9EE-DB83-42B3-B500-30BB076ECB61}" srcOrd="0" destOrd="0" presId="urn:microsoft.com/office/officeart/2018/2/layout/IconVerticalSolidList"/>
    <dgm:cxn modelId="{E6CC4E8F-FB09-40CD-B950-26A5F8413B11}" srcId="{D3976792-FC22-41AC-8822-CE87ABF97280}" destId="{4A8338FE-3803-48A7-9E3C-E6FF1B4643FF}" srcOrd="1" destOrd="0" parTransId="{DEA1435F-E6A7-4C97-8417-299A6DD6A620}" sibTransId="{32CFA94F-6DAB-4464-8402-D568849E0197}"/>
    <dgm:cxn modelId="{17F0A729-5520-4512-AEC2-E7D792371D95}" type="presParOf" srcId="{0179D9EE-DB83-42B3-B500-30BB076ECB61}" destId="{2C3FC4E2-529C-4D2A-B3FD-F695D7543316}" srcOrd="0" destOrd="0" presId="urn:microsoft.com/office/officeart/2018/2/layout/IconVerticalSolidList"/>
    <dgm:cxn modelId="{E2BFA604-B6D9-4A47-8554-DB7BC8555252}" type="presParOf" srcId="{2C3FC4E2-529C-4D2A-B3FD-F695D7543316}" destId="{52AF984D-45B7-4A81-85D0-00ABDF120580}" srcOrd="0" destOrd="0" presId="urn:microsoft.com/office/officeart/2018/2/layout/IconVerticalSolidList"/>
    <dgm:cxn modelId="{60D5732A-DB83-478A-A64A-1569E2414F8E}" type="presParOf" srcId="{2C3FC4E2-529C-4D2A-B3FD-F695D7543316}" destId="{0903AF57-BF1D-40EC-A9D5-3AFB59B86BB7}" srcOrd="1" destOrd="0" presId="urn:microsoft.com/office/officeart/2018/2/layout/IconVerticalSolidList"/>
    <dgm:cxn modelId="{BDE92384-7304-4866-9009-691AABEF651B}" type="presParOf" srcId="{2C3FC4E2-529C-4D2A-B3FD-F695D7543316}" destId="{9B572BDA-9E5A-4AC6-929F-EF861429A598}" srcOrd="2" destOrd="0" presId="urn:microsoft.com/office/officeart/2018/2/layout/IconVerticalSolidList"/>
    <dgm:cxn modelId="{B5F7FC8A-5BC2-4B10-BC7A-664EE4A48DC9}" type="presParOf" srcId="{2C3FC4E2-529C-4D2A-B3FD-F695D7543316}" destId="{0FF40559-B44D-4997-BBA8-58C148C78C04}" srcOrd="3" destOrd="0" presId="urn:microsoft.com/office/officeart/2018/2/layout/IconVerticalSolidList"/>
    <dgm:cxn modelId="{086735BE-079D-4946-959E-3CED3F255307}" type="presParOf" srcId="{0179D9EE-DB83-42B3-B500-30BB076ECB61}" destId="{72FB643B-3C48-4C07-A392-0FFF7E8D0128}" srcOrd="1" destOrd="0" presId="urn:microsoft.com/office/officeart/2018/2/layout/IconVerticalSolidList"/>
    <dgm:cxn modelId="{4CEFCE83-EDD7-4345-BA46-40F64530ADD4}" type="presParOf" srcId="{0179D9EE-DB83-42B3-B500-30BB076ECB61}" destId="{0812624F-120E-462A-9C22-46B745868130}" srcOrd="2" destOrd="0" presId="urn:microsoft.com/office/officeart/2018/2/layout/IconVerticalSolidList"/>
    <dgm:cxn modelId="{E191EB4F-16E5-4B75-AB8C-4EA5226700E0}" type="presParOf" srcId="{0812624F-120E-462A-9C22-46B745868130}" destId="{CF060AE5-2536-4D61-B209-72E27CBEBD96}" srcOrd="0" destOrd="0" presId="urn:microsoft.com/office/officeart/2018/2/layout/IconVerticalSolidList"/>
    <dgm:cxn modelId="{929B2A24-5A1F-4580-9D2B-50C96395734A}" type="presParOf" srcId="{0812624F-120E-462A-9C22-46B745868130}" destId="{0A0E0C98-65AF-43F1-A867-D7EB4968D47E}" srcOrd="1" destOrd="0" presId="urn:microsoft.com/office/officeart/2018/2/layout/IconVerticalSolidList"/>
    <dgm:cxn modelId="{18A365E1-506D-4FDD-AB62-4A3186C0AD7C}" type="presParOf" srcId="{0812624F-120E-462A-9C22-46B745868130}" destId="{5A6A514D-12F3-4AEE-B0C8-B4962D4C668B}" srcOrd="2" destOrd="0" presId="urn:microsoft.com/office/officeart/2018/2/layout/IconVerticalSolidList"/>
    <dgm:cxn modelId="{6EDA0BBC-71EF-4B9D-8F21-50393117A229}" type="presParOf" srcId="{0812624F-120E-462A-9C22-46B745868130}" destId="{36BAA556-0BB9-4E9E-9DD0-FC7288BD4C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2A78584-2D23-492B-966D-DDCF06A0517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5CA4B69-3EE1-433A-9232-AE98E9CB973D}">
      <dgm:prSet/>
      <dgm:spPr/>
      <dgm:t>
        <a:bodyPr/>
        <a:lstStyle/>
        <a:p>
          <a:r>
            <a:rPr lang="en-IN"/>
            <a:t>This slide introduces the concept of memory management for Local Large Language Models (LLMs) running on mobile devices.</a:t>
          </a:r>
          <a:endParaRPr lang="en-US"/>
        </a:p>
      </dgm:t>
    </dgm:pt>
    <dgm:pt modelId="{83FA41BA-0592-4F41-839E-FA6D7C832FC4}" type="parTrans" cxnId="{30AFEE4E-4236-4189-98D0-8E5695AF571D}">
      <dgm:prSet/>
      <dgm:spPr/>
      <dgm:t>
        <a:bodyPr/>
        <a:lstStyle/>
        <a:p>
          <a:endParaRPr lang="en-US"/>
        </a:p>
      </dgm:t>
    </dgm:pt>
    <dgm:pt modelId="{58551795-C767-4D77-AD3A-854DA495274D}" type="sibTrans" cxnId="{30AFEE4E-4236-4189-98D0-8E5695AF571D}">
      <dgm:prSet/>
      <dgm:spPr/>
      <dgm:t>
        <a:bodyPr/>
        <a:lstStyle/>
        <a:p>
          <a:endParaRPr lang="en-US"/>
        </a:p>
      </dgm:t>
    </dgm:pt>
    <dgm:pt modelId="{F4C70ACF-EC47-4360-B39F-5235A92337AD}">
      <dgm:prSet/>
      <dgm:spPr/>
      <dgm:t>
        <a:bodyPr/>
        <a:lstStyle/>
        <a:p>
          <a:r>
            <a:rPr lang="en-IN"/>
            <a:t>LLMs are powerful AI models that can perform various tasks like text generation and translation. </a:t>
          </a:r>
          <a:endParaRPr lang="en-US"/>
        </a:p>
      </dgm:t>
    </dgm:pt>
    <dgm:pt modelId="{C72BF431-5EC5-4741-B0A2-6D5C9803288A}" type="parTrans" cxnId="{486E2872-EC9E-4627-8C60-1D54C3E0017D}">
      <dgm:prSet/>
      <dgm:spPr/>
      <dgm:t>
        <a:bodyPr/>
        <a:lstStyle/>
        <a:p>
          <a:endParaRPr lang="en-US"/>
        </a:p>
      </dgm:t>
    </dgm:pt>
    <dgm:pt modelId="{12CF586B-88E7-430D-B896-556EF5AE7F84}" type="sibTrans" cxnId="{486E2872-EC9E-4627-8C60-1D54C3E0017D}">
      <dgm:prSet/>
      <dgm:spPr/>
      <dgm:t>
        <a:bodyPr/>
        <a:lstStyle/>
        <a:p>
          <a:endParaRPr lang="en-US"/>
        </a:p>
      </dgm:t>
    </dgm:pt>
    <dgm:pt modelId="{AF9E2831-2065-45E1-A668-57FC0C98BAFA}">
      <dgm:prSet/>
      <dgm:spPr/>
      <dgm:t>
        <a:bodyPr/>
        <a:lstStyle/>
        <a:p>
          <a:r>
            <a:rPr lang="en-IN"/>
            <a:t>However, they can consume significant memory resources.</a:t>
          </a:r>
          <a:endParaRPr lang="en-US"/>
        </a:p>
      </dgm:t>
    </dgm:pt>
    <dgm:pt modelId="{F7A083CA-4EC1-488F-8147-BAA7B38C70E4}" type="parTrans" cxnId="{76DCBB02-C289-44E9-82DC-42D3782BF837}">
      <dgm:prSet/>
      <dgm:spPr/>
      <dgm:t>
        <a:bodyPr/>
        <a:lstStyle/>
        <a:p>
          <a:endParaRPr lang="en-US"/>
        </a:p>
      </dgm:t>
    </dgm:pt>
    <dgm:pt modelId="{74E1EBFF-41AF-4D4B-A96A-20AAE651E579}" type="sibTrans" cxnId="{76DCBB02-C289-44E9-82DC-42D3782BF837}">
      <dgm:prSet/>
      <dgm:spPr/>
      <dgm:t>
        <a:bodyPr/>
        <a:lstStyle/>
        <a:p>
          <a:endParaRPr lang="en-US"/>
        </a:p>
      </dgm:t>
    </dgm:pt>
    <dgm:pt modelId="{5F849E92-3DBE-4ADE-9BFC-2755653F2771}" type="pres">
      <dgm:prSet presAssocID="{82A78584-2D23-492B-966D-DDCF06A05179}" presName="root" presStyleCnt="0">
        <dgm:presLayoutVars>
          <dgm:dir/>
          <dgm:resizeHandles val="exact"/>
        </dgm:presLayoutVars>
      </dgm:prSet>
      <dgm:spPr/>
    </dgm:pt>
    <dgm:pt modelId="{7C1B26D2-21BC-4ED8-86FF-D9CBB811A54D}" type="pres">
      <dgm:prSet presAssocID="{95CA4B69-3EE1-433A-9232-AE98E9CB973D}" presName="compNode" presStyleCnt="0"/>
      <dgm:spPr/>
    </dgm:pt>
    <dgm:pt modelId="{4764491F-2494-4EE8-A9E7-AE53E228EF08}" type="pres">
      <dgm:prSet presAssocID="{95CA4B69-3EE1-433A-9232-AE98E9CB973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27E57E27-AC30-450E-863F-DE60509BA7FC}" type="pres">
      <dgm:prSet presAssocID="{95CA4B69-3EE1-433A-9232-AE98E9CB973D}" presName="spaceRect" presStyleCnt="0"/>
      <dgm:spPr/>
    </dgm:pt>
    <dgm:pt modelId="{CEB94EC2-8C2D-4B18-9407-AEB52FB2C48A}" type="pres">
      <dgm:prSet presAssocID="{95CA4B69-3EE1-433A-9232-AE98E9CB973D}" presName="textRect" presStyleLbl="revTx" presStyleIdx="0" presStyleCnt="3">
        <dgm:presLayoutVars>
          <dgm:chMax val="1"/>
          <dgm:chPref val="1"/>
        </dgm:presLayoutVars>
      </dgm:prSet>
      <dgm:spPr/>
    </dgm:pt>
    <dgm:pt modelId="{9326A1EE-A473-4E28-BE44-5000118EFE86}" type="pres">
      <dgm:prSet presAssocID="{58551795-C767-4D77-AD3A-854DA495274D}" presName="sibTrans" presStyleCnt="0"/>
      <dgm:spPr/>
    </dgm:pt>
    <dgm:pt modelId="{6489F9AA-9F91-41AA-9DF3-003C4372018E}" type="pres">
      <dgm:prSet presAssocID="{F4C70ACF-EC47-4360-B39F-5235A92337AD}" presName="compNode" presStyleCnt="0"/>
      <dgm:spPr/>
    </dgm:pt>
    <dgm:pt modelId="{1A3D1EAE-459C-48F2-9D52-27897D6D6493}" type="pres">
      <dgm:prSet presAssocID="{F4C70ACF-EC47-4360-B39F-5235A92337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89C0389F-3AF5-47CF-A536-2668581BC508}" type="pres">
      <dgm:prSet presAssocID="{F4C70ACF-EC47-4360-B39F-5235A92337AD}" presName="spaceRect" presStyleCnt="0"/>
      <dgm:spPr/>
    </dgm:pt>
    <dgm:pt modelId="{73802627-38F3-4852-9A16-2E9D000A20F2}" type="pres">
      <dgm:prSet presAssocID="{F4C70ACF-EC47-4360-B39F-5235A92337AD}" presName="textRect" presStyleLbl="revTx" presStyleIdx="1" presStyleCnt="3">
        <dgm:presLayoutVars>
          <dgm:chMax val="1"/>
          <dgm:chPref val="1"/>
        </dgm:presLayoutVars>
      </dgm:prSet>
      <dgm:spPr/>
    </dgm:pt>
    <dgm:pt modelId="{5A87A5EB-D7BD-4066-9751-DD0EE751AA2D}" type="pres">
      <dgm:prSet presAssocID="{12CF586B-88E7-430D-B896-556EF5AE7F84}" presName="sibTrans" presStyleCnt="0"/>
      <dgm:spPr/>
    </dgm:pt>
    <dgm:pt modelId="{64DDDA52-2E77-4DA9-9D4C-2F7A84C64B1E}" type="pres">
      <dgm:prSet presAssocID="{AF9E2831-2065-45E1-A668-57FC0C98BAFA}" presName="compNode" presStyleCnt="0"/>
      <dgm:spPr/>
    </dgm:pt>
    <dgm:pt modelId="{2AE6D020-97E2-44CE-A6FA-0E4B4B764B4B}" type="pres">
      <dgm:prSet presAssocID="{AF9E2831-2065-45E1-A668-57FC0C98BAF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EC95E06A-5CD8-436F-AF0D-6D3876735ED0}" type="pres">
      <dgm:prSet presAssocID="{AF9E2831-2065-45E1-A668-57FC0C98BAFA}" presName="spaceRect" presStyleCnt="0"/>
      <dgm:spPr/>
    </dgm:pt>
    <dgm:pt modelId="{7F6D196F-4B3D-4F4E-B8EC-7ABF736E4F51}" type="pres">
      <dgm:prSet presAssocID="{AF9E2831-2065-45E1-A668-57FC0C98BAF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76DCBB02-C289-44E9-82DC-42D3782BF837}" srcId="{82A78584-2D23-492B-966D-DDCF06A05179}" destId="{AF9E2831-2065-45E1-A668-57FC0C98BAFA}" srcOrd="2" destOrd="0" parTransId="{F7A083CA-4EC1-488F-8147-BAA7B38C70E4}" sibTransId="{74E1EBFF-41AF-4D4B-A96A-20AAE651E579}"/>
    <dgm:cxn modelId="{30AFEE4E-4236-4189-98D0-8E5695AF571D}" srcId="{82A78584-2D23-492B-966D-DDCF06A05179}" destId="{95CA4B69-3EE1-433A-9232-AE98E9CB973D}" srcOrd="0" destOrd="0" parTransId="{83FA41BA-0592-4F41-839E-FA6D7C832FC4}" sibTransId="{58551795-C767-4D77-AD3A-854DA495274D}"/>
    <dgm:cxn modelId="{486E2872-EC9E-4627-8C60-1D54C3E0017D}" srcId="{82A78584-2D23-492B-966D-DDCF06A05179}" destId="{F4C70ACF-EC47-4360-B39F-5235A92337AD}" srcOrd="1" destOrd="0" parTransId="{C72BF431-5EC5-4741-B0A2-6D5C9803288A}" sibTransId="{12CF586B-88E7-430D-B896-556EF5AE7F84}"/>
    <dgm:cxn modelId="{AD6C0DB3-F2A4-45EE-AE63-FA4E15FB9637}" type="presOf" srcId="{95CA4B69-3EE1-433A-9232-AE98E9CB973D}" destId="{CEB94EC2-8C2D-4B18-9407-AEB52FB2C48A}" srcOrd="0" destOrd="0" presId="urn:microsoft.com/office/officeart/2018/2/layout/IconLabelList"/>
    <dgm:cxn modelId="{6EBEB5E2-E2F9-43DF-8F00-A6544B046645}" type="presOf" srcId="{F4C70ACF-EC47-4360-B39F-5235A92337AD}" destId="{73802627-38F3-4852-9A16-2E9D000A20F2}" srcOrd="0" destOrd="0" presId="urn:microsoft.com/office/officeart/2018/2/layout/IconLabelList"/>
    <dgm:cxn modelId="{210302F4-55E4-4AB9-A6A6-2209E62C1446}" type="presOf" srcId="{AF9E2831-2065-45E1-A668-57FC0C98BAFA}" destId="{7F6D196F-4B3D-4F4E-B8EC-7ABF736E4F51}" srcOrd="0" destOrd="0" presId="urn:microsoft.com/office/officeart/2018/2/layout/IconLabelList"/>
    <dgm:cxn modelId="{F5C007F9-E014-4950-877D-CCF97F6B75ED}" type="presOf" srcId="{82A78584-2D23-492B-966D-DDCF06A05179}" destId="{5F849E92-3DBE-4ADE-9BFC-2755653F2771}" srcOrd="0" destOrd="0" presId="urn:microsoft.com/office/officeart/2018/2/layout/IconLabelList"/>
    <dgm:cxn modelId="{1CAB46C4-C698-4B61-90CF-89D8D115F9E6}" type="presParOf" srcId="{5F849E92-3DBE-4ADE-9BFC-2755653F2771}" destId="{7C1B26D2-21BC-4ED8-86FF-D9CBB811A54D}" srcOrd="0" destOrd="0" presId="urn:microsoft.com/office/officeart/2018/2/layout/IconLabelList"/>
    <dgm:cxn modelId="{65F316AB-04A4-4456-99CA-85E11E302890}" type="presParOf" srcId="{7C1B26D2-21BC-4ED8-86FF-D9CBB811A54D}" destId="{4764491F-2494-4EE8-A9E7-AE53E228EF08}" srcOrd="0" destOrd="0" presId="urn:microsoft.com/office/officeart/2018/2/layout/IconLabelList"/>
    <dgm:cxn modelId="{DF81C172-0CA6-4758-A8B6-C134A6523617}" type="presParOf" srcId="{7C1B26D2-21BC-4ED8-86FF-D9CBB811A54D}" destId="{27E57E27-AC30-450E-863F-DE60509BA7FC}" srcOrd="1" destOrd="0" presId="urn:microsoft.com/office/officeart/2018/2/layout/IconLabelList"/>
    <dgm:cxn modelId="{693C0F0D-8228-4A1E-94A3-6A4664E8A9D3}" type="presParOf" srcId="{7C1B26D2-21BC-4ED8-86FF-D9CBB811A54D}" destId="{CEB94EC2-8C2D-4B18-9407-AEB52FB2C48A}" srcOrd="2" destOrd="0" presId="urn:microsoft.com/office/officeart/2018/2/layout/IconLabelList"/>
    <dgm:cxn modelId="{80A5F95D-3A84-4D7B-9E36-C9D0E28483D4}" type="presParOf" srcId="{5F849E92-3DBE-4ADE-9BFC-2755653F2771}" destId="{9326A1EE-A473-4E28-BE44-5000118EFE86}" srcOrd="1" destOrd="0" presId="urn:microsoft.com/office/officeart/2018/2/layout/IconLabelList"/>
    <dgm:cxn modelId="{64E46095-0B5F-45CF-9D3A-590AD4E4D101}" type="presParOf" srcId="{5F849E92-3DBE-4ADE-9BFC-2755653F2771}" destId="{6489F9AA-9F91-41AA-9DF3-003C4372018E}" srcOrd="2" destOrd="0" presId="urn:microsoft.com/office/officeart/2018/2/layout/IconLabelList"/>
    <dgm:cxn modelId="{E638774D-D531-4927-9B30-884D3C110306}" type="presParOf" srcId="{6489F9AA-9F91-41AA-9DF3-003C4372018E}" destId="{1A3D1EAE-459C-48F2-9D52-27897D6D6493}" srcOrd="0" destOrd="0" presId="urn:microsoft.com/office/officeart/2018/2/layout/IconLabelList"/>
    <dgm:cxn modelId="{1856C0F1-B600-4958-92A9-0FB7AC60E95E}" type="presParOf" srcId="{6489F9AA-9F91-41AA-9DF3-003C4372018E}" destId="{89C0389F-3AF5-47CF-A536-2668581BC508}" srcOrd="1" destOrd="0" presId="urn:microsoft.com/office/officeart/2018/2/layout/IconLabelList"/>
    <dgm:cxn modelId="{0DA19012-456B-4500-AB8F-9AB4D23CD53A}" type="presParOf" srcId="{6489F9AA-9F91-41AA-9DF3-003C4372018E}" destId="{73802627-38F3-4852-9A16-2E9D000A20F2}" srcOrd="2" destOrd="0" presId="urn:microsoft.com/office/officeart/2018/2/layout/IconLabelList"/>
    <dgm:cxn modelId="{5DCDD22C-44FC-4561-9450-C1CED80D31D3}" type="presParOf" srcId="{5F849E92-3DBE-4ADE-9BFC-2755653F2771}" destId="{5A87A5EB-D7BD-4066-9751-DD0EE751AA2D}" srcOrd="3" destOrd="0" presId="urn:microsoft.com/office/officeart/2018/2/layout/IconLabelList"/>
    <dgm:cxn modelId="{C5BC8E6F-2FBE-4DB4-8C5B-2928859D0087}" type="presParOf" srcId="{5F849E92-3DBE-4ADE-9BFC-2755653F2771}" destId="{64DDDA52-2E77-4DA9-9D4C-2F7A84C64B1E}" srcOrd="4" destOrd="0" presId="urn:microsoft.com/office/officeart/2018/2/layout/IconLabelList"/>
    <dgm:cxn modelId="{4F63B72B-0FAC-4BDE-B202-F661CE04ABAF}" type="presParOf" srcId="{64DDDA52-2E77-4DA9-9D4C-2F7A84C64B1E}" destId="{2AE6D020-97E2-44CE-A6FA-0E4B4B764B4B}" srcOrd="0" destOrd="0" presId="urn:microsoft.com/office/officeart/2018/2/layout/IconLabelList"/>
    <dgm:cxn modelId="{B1BE2B33-41C1-4F75-AFAE-29CBCF0C78B6}" type="presParOf" srcId="{64DDDA52-2E77-4DA9-9D4C-2F7A84C64B1E}" destId="{EC95E06A-5CD8-436F-AF0D-6D3876735ED0}" srcOrd="1" destOrd="0" presId="urn:microsoft.com/office/officeart/2018/2/layout/IconLabelList"/>
    <dgm:cxn modelId="{55AA1BC9-1F2C-4CC0-9E8D-1AED8590B4EE}" type="presParOf" srcId="{64DDDA52-2E77-4DA9-9D4C-2F7A84C64B1E}" destId="{7F6D196F-4B3D-4F4E-B8EC-7ABF736E4F5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ED48CD2-0AD9-4853-A5A7-AB63C84969E4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DBA7C39-37BA-4454-A81A-251E533D28B4}">
      <dgm:prSet/>
      <dgm:spPr/>
      <dgm:t>
        <a:bodyPr/>
        <a:lstStyle/>
        <a:p>
          <a:r>
            <a:rPr lang="en-IN" b="1"/>
            <a:t>Quantization</a:t>
          </a:r>
          <a:r>
            <a:rPr lang="en-IN"/>
            <a:t>: This technique reduces the precision of the model's calculations, allowing for smaller model sizes and faster execution on mobile devices.</a:t>
          </a:r>
          <a:endParaRPr lang="en-US"/>
        </a:p>
      </dgm:t>
    </dgm:pt>
    <dgm:pt modelId="{06AC7FE3-2BD6-4D10-8F05-A1E3C7DD022B}" type="parTrans" cxnId="{F8730893-35B8-4230-A55B-6BA58EB611BF}">
      <dgm:prSet/>
      <dgm:spPr/>
      <dgm:t>
        <a:bodyPr/>
        <a:lstStyle/>
        <a:p>
          <a:endParaRPr lang="en-US"/>
        </a:p>
      </dgm:t>
    </dgm:pt>
    <dgm:pt modelId="{783CF21D-732D-4552-928F-8FF0FC206046}" type="sibTrans" cxnId="{F8730893-35B8-4230-A55B-6BA58EB611BF}">
      <dgm:prSet/>
      <dgm:spPr/>
      <dgm:t>
        <a:bodyPr/>
        <a:lstStyle/>
        <a:p>
          <a:endParaRPr lang="en-US"/>
        </a:p>
      </dgm:t>
    </dgm:pt>
    <dgm:pt modelId="{FAE90E34-AC26-4122-B2F6-B875BEF97118}">
      <dgm:prSet/>
      <dgm:spPr/>
      <dgm:t>
        <a:bodyPr/>
        <a:lstStyle/>
        <a:p>
          <a:r>
            <a:rPr lang="en-IN" b="1"/>
            <a:t>Pruning</a:t>
          </a:r>
          <a:r>
            <a:rPr lang="en-IN"/>
            <a:t>: This technique removes unnecessary connections within the model, resulting in a smaller and more efficient model.</a:t>
          </a:r>
          <a:endParaRPr lang="en-US"/>
        </a:p>
      </dgm:t>
    </dgm:pt>
    <dgm:pt modelId="{18CEAD80-7546-4738-80ED-7026691FEC40}" type="parTrans" cxnId="{731DE526-3225-4E20-B53A-3A1AF633840B}">
      <dgm:prSet/>
      <dgm:spPr/>
      <dgm:t>
        <a:bodyPr/>
        <a:lstStyle/>
        <a:p>
          <a:endParaRPr lang="en-US"/>
        </a:p>
      </dgm:t>
    </dgm:pt>
    <dgm:pt modelId="{2509E4E1-4C42-4CC3-B049-B65F2D01884C}" type="sibTrans" cxnId="{731DE526-3225-4E20-B53A-3A1AF633840B}">
      <dgm:prSet/>
      <dgm:spPr/>
      <dgm:t>
        <a:bodyPr/>
        <a:lstStyle/>
        <a:p>
          <a:endParaRPr lang="en-US"/>
        </a:p>
      </dgm:t>
    </dgm:pt>
    <dgm:pt modelId="{4524234E-85F3-4521-BAFB-B75822461F90}">
      <dgm:prSet/>
      <dgm:spPr/>
      <dgm:t>
        <a:bodyPr/>
        <a:lstStyle/>
        <a:p>
          <a:r>
            <a:rPr lang="en-IN" b="1"/>
            <a:t>Knowledge</a:t>
          </a:r>
          <a:r>
            <a:rPr lang="en-IN"/>
            <a:t> </a:t>
          </a:r>
          <a:r>
            <a:rPr lang="en-IN" b="1"/>
            <a:t>Distillation</a:t>
          </a:r>
          <a:r>
            <a:rPr lang="en-IN"/>
            <a:t>: This technique involves training a smaller model to mimic the behaviour of a larger, pre-trained model. The smaller model can then be deployed on mobile devices.</a:t>
          </a:r>
          <a:endParaRPr lang="en-US"/>
        </a:p>
      </dgm:t>
    </dgm:pt>
    <dgm:pt modelId="{C8833828-3B2C-4043-9BD5-ECFA1FD7DECB}" type="parTrans" cxnId="{AC69BB2F-0F53-4C61-9247-97642B978E85}">
      <dgm:prSet/>
      <dgm:spPr/>
      <dgm:t>
        <a:bodyPr/>
        <a:lstStyle/>
        <a:p>
          <a:endParaRPr lang="en-US"/>
        </a:p>
      </dgm:t>
    </dgm:pt>
    <dgm:pt modelId="{FBBE49B0-52E2-4E23-8C21-74D724EFF2B9}" type="sibTrans" cxnId="{AC69BB2F-0F53-4C61-9247-97642B978E85}">
      <dgm:prSet/>
      <dgm:spPr/>
      <dgm:t>
        <a:bodyPr/>
        <a:lstStyle/>
        <a:p>
          <a:endParaRPr lang="en-US"/>
        </a:p>
      </dgm:t>
    </dgm:pt>
    <dgm:pt modelId="{BC3F8F01-3676-B841-B192-E15F56B532E2}" type="pres">
      <dgm:prSet presAssocID="{9ED48CD2-0AD9-4853-A5A7-AB63C84969E4}" presName="linear" presStyleCnt="0">
        <dgm:presLayoutVars>
          <dgm:animLvl val="lvl"/>
          <dgm:resizeHandles val="exact"/>
        </dgm:presLayoutVars>
      </dgm:prSet>
      <dgm:spPr/>
    </dgm:pt>
    <dgm:pt modelId="{567D311C-7A4B-814C-B3ED-4D5B8B7A4586}" type="pres">
      <dgm:prSet presAssocID="{FDBA7C39-37BA-4454-A81A-251E533D28B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9873B0D-2141-6046-B003-E53A38A42B9F}" type="pres">
      <dgm:prSet presAssocID="{783CF21D-732D-4552-928F-8FF0FC206046}" presName="spacer" presStyleCnt="0"/>
      <dgm:spPr/>
    </dgm:pt>
    <dgm:pt modelId="{B1E06314-3B59-FF41-8B9A-7352220C4E8F}" type="pres">
      <dgm:prSet presAssocID="{FAE90E34-AC26-4122-B2F6-B875BEF9711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2277367-EDC7-F247-85CD-DD4F255873AE}" type="pres">
      <dgm:prSet presAssocID="{2509E4E1-4C42-4CC3-B049-B65F2D01884C}" presName="spacer" presStyleCnt="0"/>
      <dgm:spPr/>
    </dgm:pt>
    <dgm:pt modelId="{CD55716C-E5BF-8446-B3F0-53144A6D11B8}" type="pres">
      <dgm:prSet presAssocID="{4524234E-85F3-4521-BAFB-B75822461F9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31DE526-3225-4E20-B53A-3A1AF633840B}" srcId="{9ED48CD2-0AD9-4853-A5A7-AB63C84969E4}" destId="{FAE90E34-AC26-4122-B2F6-B875BEF97118}" srcOrd="1" destOrd="0" parTransId="{18CEAD80-7546-4738-80ED-7026691FEC40}" sibTransId="{2509E4E1-4C42-4CC3-B049-B65F2D01884C}"/>
    <dgm:cxn modelId="{AC69BB2F-0F53-4C61-9247-97642B978E85}" srcId="{9ED48CD2-0AD9-4853-A5A7-AB63C84969E4}" destId="{4524234E-85F3-4521-BAFB-B75822461F90}" srcOrd="2" destOrd="0" parTransId="{C8833828-3B2C-4043-9BD5-ECFA1FD7DECB}" sibTransId="{FBBE49B0-52E2-4E23-8C21-74D724EFF2B9}"/>
    <dgm:cxn modelId="{B31B4C4F-011C-B241-ABB7-37692E5B8791}" type="presOf" srcId="{4524234E-85F3-4521-BAFB-B75822461F90}" destId="{CD55716C-E5BF-8446-B3F0-53144A6D11B8}" srcOrd="0" destOrd="0" presId="urn:microsoft.com/office/officeart/2005/8/layout/vList2"/>
    <dgm:cxn modelId="{56441068-7172-D94E-A52A-7C7219C013FA}" type="presOf" srcId="{FDBA7C39-37BA-4454-A81A-251E533D28B4}" destId="{567D311C-7A4B-814C-B3ED-4D5B8B7A4586}" srcOrd="0" destOrd="0" presId="urn:microsoft.com/office/officeart/2005/8/layout/vList2"/>
    <dgm:cxn modelId="{8EBC4C84-A95B-AD43-86A3-7D931124D108}" type="presOf" srcId="{9ED48CD2-0AD9-4853-A5A7-AB63C84969E4}" destId="{BC3F8F01-3676-B841-B192-E15F56B532E2}" srcOrd="0" destOrd="0" presId="urn:microsoft.com/office/officeart/2005/8/layout/vList2"/>
    <dgm:cxn modelId="{F8730893-35B8-4230-A55B-6BA58EB611BF}" srcId="{9ED48CD2-0AD9-4853-A5A7-AB63C84969E4}" destId="{FDBA7C39-37BA-4454-A81A-251E533D28B4}" srcOrd="0" destOrd="0" parTransId="{06AC7FE3-2BD6-4D10-8F05-A1E3C7DD022B}" sibTransId="{783CF21D-732D-4552-928F-8FF0FC206046}"/>
    <dgm:cxn modelId="{2AE9D99E-E187-EA4E-8988-60461F83CFE9}" type="presOf" srcId="{FAE90E34-AC26-4122-B2F6-B875BEF97118}" destId="{B1E06314-3B59-FF41-8B9A-7352220C4E8F}" srcOrd="0" destOrd="0" presId="urn:microsoft.com/office/officeart/2005/8/layout/vList2"/>
    <dgm:cxn modelId="{71B964F0-5053-D245-9CAD-1954908B2D38}" type="presParOf" srcId="{BC3F8F01-3676-B841-B192-E15F56B532E2}" destId="{567D311C-7A4B-814C-B3ED-4D5B8B7A4586}" srcOrd="0" destOrd="0" presId="urn:microsoft.com/office/officeart/2005/8/layout/vList2"/>
    <dgm:cxn modelId="{E5109C5B-4D50-9B4C-9438-6B381948AF33}" type="presParOf" srcId="{BC3F8F01-3676-B841-B192-E15F56B532E2}" destId="{E9873B0D-2141-6046-B003-E53A38A42B9F}" srcOrd="1" destOrd="0" presId="urn:microsoft.com/office/officeart/2005/8/layout/vList2"/>
    <dgm:cxn modelId="{B3950E41-67EC-754E-8AA8-A5768FBD8C84}" type="presParOf" srcId="{BC3F8F01-3676-B841-B192-E15F56B532E2}" destId="{B1E06314-3B59-FF41-8B9A-7352220C4E8F}" srcOrd="2" destOrd="0" presId="urn:microsoft.com/office/officeart/2005/8/layout/vList2"/>
    <dgm:cxn modelId="{5E9E27D4-A76D-1C4C-82BB-8FCFEADD0B28}" type="presParOf" srcId="{BC3F8F01-3676-B841-B192-E15F56B532E2}" destId="{52277367-EDC7-F247-85CD-DD4F255873AE}" srcOrd="3" destOrd="0" presId="urn:microsoft.com/office/officeart/2005/8/layout/vList2"/>
    <dgm:cxn modelId="{7A2C5DF9-F700-DC4C-BA7F-6761CA2A428E}" type="presParOf" srcId="{BC3F8F01-3676-B841-B192-E15F56B532E2}" destId="{CD55716C-E5BF-8446-B3F0-53144A6D11B8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0874766-09E2-412B-AF4F-A504CBB55A5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17E4837-9584-42C2-AAFC-4F02AD94E967}">
      <dgm:prSet/>
      <dgm:spPr/>
      <dgm:t>
        <a:bodyPr/>
        <a:lstStyle/>
        <a:p>
          <a:r>
            <a:rPr lang="en-IN"/>
            <a:t>Local LLMs hold immense potential for revolutionizing mobile application development.</a:t>
          </a:r>
          <a:endParaRPr lang="en-US"/>
        </a:p>
      </dgm:t>
    </dgm:pt>
    <dgm:pt modelId="{C18E07E8-FD6D-4A29-B7FE-4FB6C88DD2E2}" type="parTrans" cxnId="{B04EE635-F42E-4CCF-9198-7905334A8D73}">
      <dgm:prSet/>
      <dgm:spPr/>
      <dgm:t>
        <a:bodyPr/>
        <a:lstStyle/>
        <a:p>
          <a:endParaRPr lang="en-US"/>
        </a:p>
      </dgm:t>
    </dgm:pt>
    <dgm:pt modelId="{2CAB49B0-859D-48FD-9FA4-2A4012C37691}" type="sibTrans" cxnId="{B04EE635-F42E-4CCF-9198-7905334A8D73}">
      <dgm:prSet/>
      <dgm:spPr/>
      <dgm:t>
        <a:bodyPr/>
        <a:lstStyle/>
        <a:p>
          <a:endParaRPr lang="en-US"/>
        </a:p>
      </dgm:t>
    </dgm:pt>
    <dgm:pt modelId="{16EF41AE-9001-4216-AEE1-4855F1A2490A}">
      <dgm:prSet/>
      <dgm:spPr/>
      <dgm:t>
        <a:bodyPr/>
        <a:lstStyle/>
        <a:p>
          <a:r>
            <a:rPr lang="en-IN"/>
            <a:t>As LLM technology advances, we can expect even more powerful and versatile models tailored for mobile devices.</a:t>
          </a:r>
          <a:endParaRPr lang="en-US"/>
        </a:p>
      </dgm:t>
    </dgm:pt>
    <dgm:pt modelId="{BAEE2D09-86C9-4B4A-869C-9D0D41170979}" type="parTrans" cxnId="{A2596A68-425C-4920-986E-83FE51802053}">
      <dgm:prSet/>
      <dgm:spPr/>
      <dgm:t>
        <a:bodyPr/>
        <a:lstStyle/>
        <a:p>
          <a:endParaRPr lang="en-US"/>
        </a:p>
      </dgm:t>
    </dgm:pt>
    <dgm:pt modelId="{E7F4BB64-762E-479E-B404-C11FC25F5BC1}" type="sibTrans" cxnId="{A2596A68-425C-4920-986E-83FE51802053}">
      <dgm:prSet/>
      <dgm:spPr/>
      <dgm:t>
        <a:bodyPr/>
        <a:lstStyle/>
        <a:p>
          <a:endParaRPr lang="en-US"/>
        </a:p>
      </dgm:t>
    </dgm:pt>
    <dgm:pt modelId="{6371EE25-A8B2-4C07-A256-524066A01364}">
      <dgm:prSet/>
      <dgm:spPr/>
      <dgm:t>
        <a:bodyPr/>
        <a:lstStyle/>
        <a:p>
          <a:r>
            <a:rPr lang="en-IN"/>
            <a:t>This will lead to a new generation of mobile applications that are more intelligent, interactive, and user-friendly.</a:t>
          </a:r>
          <a:endParaRPr lang="en-US"/>
        </a:p>
      </dgm:t>
    </dgm:pt>
    <dgm:pt modelId="{1F2CB12F-D53D-4AA1-9A66-86912880C984}" type="parTrans" cxnId="{67183599-E64B-47E4-8048-3566852D93F4}">
      <dgm:prSet/>
      <dgm:spPr/>
      <dgm:t>
        <a:bodyPr/>
        <a:lstStyle/>
        <a:p>
          <a:endParaRPr lang="en-US"/>
        </a:p>
      </dgm:t>
    </dgm:pt>
    <dgm:pt modelId="{70ADAA39-D82C-4ACC-BC34-E224303C24C8}" type="sibTrans" cxnId="{67183599-E64B-47E4-8048-3566852D93F4}">
      <dgm:prSet/>
      <dgm:spPr/>
      <dgm:t>
        <a:bodyPr/>
        <a:lstStyle/>
        <a:p>
          <a:endParaRPr lang="en-US"/>
        </a:p>
      </dgm:t>
    </dgm:pt>
    <dgm:pt modelId="{8D4E0199-0627-42D5-82CE-5FD31B14035B}" type="pres">
      <dgm:prSet presAssocID="{50874766-09E2-412B-AF4F-A504CBB55A54}" presName="root" presStyleCnt="0">
        <dgm:presLayoutVars>
          <dgm:dir/>
          <dgm:resizeHandles val="exact"/>
        </dgm:presLayoutVars>
      </dgm:prSet>
      <dgm:spPr/>
    </dgm:pt>
    <dgm:pt modelId="{61CB98BE-8EB8-40EE-AD05-547226615943}" type="pres">
      <dgm:prSet presAssocID="{817E4837-9584-42C2-AAFC-4F02AD94E967}" presName="compNode" presStyleCnt="0"/>
      <dgm:spPr/>
    </dgm:pt>
    <dgm:pt modelId="{2613D144-B85C-43C4-AABA-52A53D422978}" type="pres">
      <dgm:prSet presAssocID="{817E4837-9584-42C2-AAFC-4F02AD94E96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itcoin"/>
        </a:ext>
      </dgm:extLst>
    </dgm:pt>
    <dgm:pt modelId="{A3EDF64D-2D1C-47D0-B273-F0C3FD85BE10}" type="pres">
      <dgm:prSet presAssocID="{817E4837-9584-42C2-AAFC-4F02AD94E967}" presName="spaceRect" presStyleCnt="0"/>
      <dgm:spPr/>
    </dgm:pt>
    <dgm:pt modelId="{074D1B9B-15ED-4F95-A5A6-75839643C39B}" type="pres">
      <dgm:prSet presAssocID="{817E4837-9584-42C2-AAFC-4F02AD94E967}" presName="textRect" presStyleLbl="revTx" presStyleIdx="0" presStyleCnt="3">
        <dgm:presLayoutVars>
          <dgm:chMax val="1"/>
          <dgm:chPref val="1"/>
        </dgm:presLayoutVars>
      </dgm:prSet>
      <dgm:spPr/>
    </dgm:pt>
    <dgm:pt modelId="{C496BC1C-0692-479F-A8D2-8BB7E0D8E8A5}" type="pres">
      <dgm:prSet presAssocID="{2CAB49B0-859D-48FD-9FA4-2A4012C37691}" presName="sibTrans" presStyleCnt="0"/>
      <dgm:spPr/>
    </dgm:pt>
    <dgm:pt modelId="{6322C68C-2D60-47C9-B49C-68741CCB58C8}" type="pres">
      <dgm:prSet presAssocID="{16EF41AE-9001-4216-AEE1-4855F1A2490A}" presName="compNode" presStyleCnt="0"/>
      <dgm:spPr/>
    </dgm:pt>
    <dgm:pt modelId="{8CB068A6-4BB6-412F-B0F6-5345975B03B3}" type="pres">
      <dgm:prSet presAssocID="{16EF41AE-9001-4216-AEE1-4855F1A2490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5836080A-C6E3-4A67-B013-50F77FBBE84C}" type="pres">
      <dgm:prSet presAssocID="{16EF41AE-9001-4216-AEE1-4855F1A2490A}" presName="spaceRect" presStyleCnt="0"/>
      <dgm:spPr/>
    </dgm:pt>
    <dgm:pt modelId="{EC1AC18A-50EF-4E72-97F3-20A895E399AC}" type="pres">
      <dgm:prSet presAssocID="{16EF41AE-9001-4216-AEE1-4855F1A2490A}" presName="textRect" presStyleLbl="revTx" presStyleIdx="1" presStyleCnt="3">
        <dgm:presLayoutVars>
          <dgm:chMax val="1"/>
          <dgm:chPref val="1"/>
        </dgm:presLayoutVars>
      </dgm:prSet>
      <dgm:spPr/>
    </dgm:pt>
    <dgm:pt modelId="{4625D86D-0AEB-4199-BA1A-7EE74E723D3E}" type="pres">
      <dgm:prSet presAssocID="{E7F4BB64-762E-479E-B404-C11FC25F5BC1}" presName="sibTrans" presStyleCnt="0"/>
      <dgm:spPr/>
    </dgm:pt>
    <dgm:pt modelId="{D55E644C-2428-488A-BAF8-9BB2D47AB53C}" type="pres">
      <dgm:prSet presAssocID="{6371EE25-A8B2-4C07-A256-524066A01364}" presName="compNode" presStyleCnt="0"/>
      <dgm:spPr/>
    </dgm:pt>
    <dgm:pt modelId="{324FF300-D026-40E4-AC9F-0F9B2875FE7C}" type="pres">
      <dgm:prSet presAssocID="{6371EE25-A8B2-4C07-A256-524066A013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3A591A84-6DBE-4EEB-AF65-92530B78619D}" type="pres">
      <dgm:prSet presAssocID="{6371EE25-A8B2-4C07-A256-524066A01364}" presName="spaceRect" presStyleCnt="0"/>
      <dgm:spPr/>
    </dgm:pt>
    <dgm:pt modelId="{6A3544FE-4CE2-40F3-A7AA-32F86A7CC98B}" type="pres">
      <dgm:prSet presAssocID="{6371EE25-A8B2-4C07-A256-524066A0136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04EE635-F42E-4CCF-9198-7905334A8D73}" srcId="{50874766-09E2-412B-AF4F-A504CBB55A54}" destId="{817E4837-9584-42C2-AAFC-4F02AD94E967}" srcOrd="0" destOrd="0" parTransId="{C18E07E8-FD6D-4A29-B7FE-4FB6C88DD2E2}" sibTransId="{2CAB49B0-859D-48FD-9FA4-2A4012C37691}"/>
    <dgm:cxn modelId="{3191A560-A0AF-43FE-9F58-65803A41C56C}" type="presOf" srcId="{817E4837-9584-42C2-AAFC-4F02AD94E967}" destId="{074D1B9B-15ED-4F95-A5A6-75839643C39B}" srcOrd="0" destOrd="0" presId="urn:microsoft.com/office/officeart/2018/2/layout/IconLabelList"/>
    <dgm:cxn modelId="{A2596A68-425C-4920-986E-83FE51802053}" srcId="{50874766-09E2-412B-AF4F-A504CBB55A54}" destId="{16EF41AE-9001-4216-AEE1-4855F1A2490A}" srcOrd="1" destOrd="0" parTransId="{BAEE2D09-86C9-4B4A-869C-9D0D41170979}" sibTransId="{E7F4BB64-762E-479E-B404-C11FC25F5BC1}"/>
    <dgm:cxn modelId="{67183599-E64B-47E4-8048-3566852D93F4}" srcId="{50874766-09E2-412B-AF4F-A504CBB55A54}" destId="{6371EE25-A8B2-4C07-A256-524066A01364}" srcOrd="2" destOrd="0" parTransId="{1F2CB12F-D53D-4AA1-9A66-86912880C984}" sibTransId="{70ADAA39-D82C-4ACC-BC34-E224303C24C8}"/>
    <dgm:cxn modelId="{2D35A099-BE7F-4388-9CA6-5A1BF22B755B}" type="presOf" srcId="{6371EE25-A8B2-4C07-A256-524066A01364}" destId="{6A3544FE-4CE2-40F3-A7AA-32F86A7CC98B}" srcOrd="0" destOrd="0" presId="urn:microsoft.com/office/officeart/2018/2/layout/IconLabelList"/>
    <dgm:cxn modelId="{29B186A8-71B6-4CC4-AD78-EB307D2136FC}" type="presOf" srcId="{50874766-09E2-412B-AF4F-A504CBB55A54}" destId="{8D4E0199-0627-42D5-82CE-5FD31B14035B}" srcOrd="0" destOrd="0" presId="urn:microsoft.com/office/officeart/2018/2/layout/IconLabelList"/>
    <dgm:cxn modelId="{DCF1AAF9-B658-4D41-A60A-49BDF53FE550}" type="presOf" srcId="{16EF41AE-9001-4216-AEE1-4855F1A2490A}" destId="{EC1AC18A-50EF-4E72-97F3-20A895E399AC}" srcOrd="0" destOrd="0" presId="urn:microsoft.com/office/officeart/2018/2/layout/IconLabelList"/>
    <dgm:cxn modelId="{488C2087-E9FE-4FE1-96AB-141474CE26CC}" type="presParOf" srcId="{8D4E0199-0627-42D5-82CE-5FD31B14035B}" destId="{61CB98BE-8EB8-40EE-AD05-547226615943}" srcOrd="0" destOrd="0" presId="urn:microsoft.com/office/officeart/2018/2/layout/IconLabelList"/>
    <dgm:cxn modelId="{BBDBBE22-1912-4A54-9A6A-F1F2BDDC812A}" type="presParOf" srcId="{61CB98BE-8EB8-40EE-AD05-547226615943}" destId="{2613D144-B85C-43C4-AABA-52A53D422978}" srcOrd="0" destOrd="0" presId="urn:microsoft.com/office/officeart/2018/2/layout/IconLabelList"/>
    <dgm:cxn modelId="{4E8C93C7-1C91-4441-84D8-9982111336A7}" type="presParOf" srcId="{61CB98BE-8EB8-40EE-AD05-547226615943}" destId="{A3EDF64D-2D1C-47D0-B273-F0C3FD85BE10}" srcOrd="1" destOrd="0" presId="urn:microsoft.com/office/officeart/2018/2/layout/IconLabelList"/>
    <dgm:cxn modelId="{868F651D-17D2-4738-91D9-36D049F867B2}" type="presParOf" srcId="{61CB98BE-8EB8-40EE-AD05-547226615943}" destId="{074D1B9B-15ED-4F95-A5A6-75839643C39B}" srcOrd="2" destOrd="0" presId="urn:microsoft.com/office/officeart/2018/2/layout/IconLabelList"/>
    <dgm:cxn modelId="{AAA04D80-3DE3-47F0-92C4-B9C0F0F94D09}" type="presParOf" srcId="{8D4E0199-0627-42D5-82CE-5FD31B14035B}" destId="{C496BC1C-0692-479F-A8D2-8BB7E0D8E8A5}" srcOrd="1" destOrd="0" presId="urn:microsoft.com/office/officeart/2018/2/layout/IconLabelList"/>
    <dgm:cxn modelId="{A8FA13AC-18AA-4C00-A8B2-DAFEB1CD3EC9}" type="presParOf" srcId="{8D4E0199-0627-42D5-82CE-5FD31B14035B}" destId="{6322C68C-2D60-47C9-B49C-68741CCB58C8}" srcOrd="2" destOrd="0" presId="urn:microsoft.com/office/officeart/2018/2/layout/IconLabelList"/>
    <dgm:cxn modelId="{6C1832F0-7D3A-42B3-AD4C-166A2310C92A}" type="presParOf" srcId="{6322C68C-2D60-47C9-B49C-68741CCB58C8}" destId="{8CB068A6-4BB6-412F-B0F6-5345975B03B3}" srcOrd="0" destOrd="0" presId="urn:microsoft.com/office/officeart/2018/2/layout/IconLabelList"/>
    <dgm:cxn modelId="{82B818D5-A54D-4F24-9CE5-DF3F66B1F050}" type="presParOf" srcId="{6322C68C-2D60-47C9-B49C-68741CCB58C8}" destId="{5836080A-C6E3-4A67-B013-50F77FBBE84C}" srcOrd="1" destOrd="0" presId="urn:microsoft.com/office/officeart/2018/2/layout/IconLabelList"/>
    <dgm:cxn modelId="{B6EBCD2F-B730-4E65-8F2A-FAD34B691A64}" type="presParOf" srcId="{6322C68C-2D60-47C9-B49C-68741CCB58C8}" destId="{EC1AC18A-50EF-4E72-97F3-20A895E399AC}" srcOrd="2" destOrd="0" presId="urn:microsoft.com/office/officeart/2018/2/layout/IconLabelList"/>
    <dgm:cxn modelId="{88D26EAF-01DD-4A66-8923-BB2E03F41E73}" type="presParOf" srcId="{8D4E0199-0627-42D5-82CE-5FD31B14035B}" destId="{4625D86D-0AEB-4199-BA1A-7EE74E723D3E}" srcOrd="3" destOrd="0" presId="urn:microsoft.com/office/officeart/2018/2/layout/IconLabelList"/>
    <dgm:cxn modelId="{AB20AC46-BCD5-4AD9-BFCE-7CCE813144A6}" type="presParOf" srcId="{8D4E0199-0627-42D5-82CE-5FD31B14035B}" destId="{D55E644C-2428-488A-BAF8-9BB2D47AB53C}" srcOrd="4" destOrd="0" presId="urn:microsoft.com/office/officeart/2018/2/layout/IconLabelList"/>
    <dgm:cxn modelId="{74032C1D-8477-4126-A10A-53B8BD728EF7}" type="presParOf" srcId="{D55E644C-2428-488A-BAF8-9BB2D47AB53C}" destId="{324FF300-D026-40E4-AC9F-0F9B2875FE7C}" srcOrd="0" destOrd="0" presId="urn:microsoft.com/office/officeart/2018/2/layout/IconLabelList"/>
    <dgm:cxn modelId="{647762CB-31A2-448C-AC4E-CEC10BDDC1F3}" type="presParOf" srcId="{D55E644C-2428-488A-BAF8-9BB2D47AB53C}" destId="{3A591A84-6DBE-4EEB-AF65-92530B78619D}" srcOrd="1" destOrd="0" presId="urn:microsoft.com/office/officeart/2018/2/layout/IconLabelList"/>
    <dgm:cxn modelId="{70465B06-6FA2-4249-9631-040E8094B567}" type="presParOf" srcId="{D55E644C-2428-488A-BAF8-9BB2D47AB53C}" destId="{6A3544FE-4CE2-40F3-A7AA-32F86A7CC98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1E4349-05B1-45B8-9632-20C0E8245706}">
      <dsp:nvSpPr>
        <dsp:cNvPr id="0" name=""/>
        <dsp:cNvSpPr/>
      </dsp:nvSpPr>
      <dsp:spPr>
        <a:xfrm>
          <a:off x="0" y="675"/>
          <a:ext cx="6900512" cy="15813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AEE50A-E6BC-4E02-AEFA-A615EE7F6F31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BA1A95-15F3-4959-ABC6-83F9C5578FA7}">
      <dsp:nvSpPr>
        <dsp:cNvPr id="0" name=""/>
        <dsp:cNvSpPr/>
      </dsp:nvSpPr>
      <dsp:spPr>
        <a:xfrm>
          <a:off x="1826480" y="675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A large language model (LLM) developed by Google AI</a:t>
          </a:r>
          <a:endParaRPr lang="en-US" sz="2200" kern="1200"/>
        </a:p>
      </dsp:txBody>
      <dsp:txXfrm>
        <a:off x="1826480" y="675"/>
        <a:ext cx="5074031" cy="1581368"/>
      </dsp:txXfrm>
    </dsp:sp>
    <dsp:sp modelId="{A89000D5-3AC5-4541-A745-1FC9C11C9E35}">
      <dsp:nvSpPr>
        <dsp:cNvPr id="0" name=""/>
        <dsp:cNvSpPr/>
      </dsp:nvSpPr>
      <dsp:spPr>
        <a:xfrm>
          <a:off x="0" y="1977386"/>
          <a:ext cx="6900512" cy="1581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21BD0E-9123-4450-AF36-D3325670371B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B9C625-662D-43F0-8AA6-FBC7E1474CBD}">
      <dsp:nvSpPr>
        <dsp:cNvPr id="0" name=""/>
        <dsp:cNvSpPr/>
      </dsp:nvSpPr>
      <dsp:spPr>
        <a:xfrm>
          <a:off x="1826480" y="197738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Trained on a massive dataset of text and code</a:t>
          </a:r>
          <a:endParaRPr lang="en-US" sz="2200" kern="1200"/>
        </a:p>
      </dsp:txBody>
      <dsp:txXfrm>
        <a:off x="1826480" y="1977386"/>
        <a:ext cx="5074031" cy="1581368"/>
      </dsp:txXfrm>
    </dsp:sp>
    <dsp:sp modelId="{671DF3E9-0BBF-4A49-AA88-19B814F8A5D6}">
      <dsp:nvSpPr>
        <dsp:cNvPr id="0" name=""/>
        <dsp:cNvSpPr/>
      </dsp:nvSpPr>
      <dsp:spPr>
        <a:xfrm>
          <a:off x="0" y="3954096"/>
          <a:ext cx="6900512" cy="15813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7F2E23-8131-4CE7-9AC9-24B677EE9A78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921EE1-5542-4869-B10E-A3FC1BCF1C47}">
      <dsp:nvSpPr>
        <dsp:cNvPr id="0" name=""/>
        <dsp:cNvSpPr/>
      </dsp:nvSpPr>
      <dsp:spPr>
        <a:xfrm>
          <a:off x="1826480" y="395409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Capable of generating text, translating languages, writing different kinds of creative content, and answering your questions in an informative way</a:t>
          </a:r>
          <a:endParaRPr lang="en-US" sz="2200" kern="1200"/>
        </a:p>
      </dsp:txBody>
      <dsp:txXfrm>
        <a:off x="1826480" y="3954096"/>
        <a:ext cx="5074031" cy="15813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3BF902-ED39-4AB2-B3F3-D6DDED422A87}">
      <dsp:nvSpPr>
        <dsp:cNvPr id="0" name=""/>
        <dsp:cNvSpPr/>
      </dsp:nvSpPr>
      <dsp:spPr>
        <a:xfrm>
          <a:off x="0" y="2284"/>
          <a:ext cx="5861090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9BA41-9F52-4E9A-B39A-6560DC86D65A}">
      <dsp:nvSpPr>
        <dsp:cNvPr id="0" name=""/>
        <dsp:cNvSpPr/>
      </dsp:nvSpPr>
      <dsp:spPr>
        <a:xfrm>
          <a:off x="350172" y="262743"/>
          <a:ext cx="636677" cy="6366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709BE-C486-47F1-B58D-AD42620E550C}">
      <dsp:nvSpPr>
        <dsp:cNvPr id="0" name=""/>
        <dsp:cNvSpPr/>
      </dsp:nvSpPr>
      <dsp:spPr>
        <a:xfrm>
          <a:off x="1337023" y="2284"/>
          <a:ext cx="4524066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Code generation and assistance:</a:t>
          </a:r>
          <a:r>
            <a:rPr lang="en-IN" sz="1700" kern="1200"/>
            <a:t> Generate boilerplate code, suggest improvements, and complete code based on prompts.</a:t>
          </a:r>
          <a:endParaRPr lang="en-US" sz="1700" kern="1200"/>
        </a:p>
      </dsp:txBody>
      <dsp:txXfrm>
        <a:off x="1337023" y="2284"/>
        <a:ext cx="4524066" cy="1157596"/>
      </dsp:txXfrm>
    </dsp:sp>
    <dsp:sp modelId="{C4B46F41-60EB-4C79-88B2-A05FABCA1E80}">
      <dsp:nvSpPr>
        <dsp:cNvPr id="0" name=""/>
        <dsp:cNvSpPr/>
      </dsp:nvSpPr>
      <dsp:spPr>
        <a:xfrm>
          <a:off x="0" y="1449279"/>
          <a:ext cx="5861090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D44E79-F951-473A-BADA-4687EF66673A}">
      <dsp:nvSpPr>
        <dsp:cNvPr id="0" name=""/>
        <dsp:cNvSpPr/>
      </dsp:nvSpPr>
      <dsp:spPr>
        <a:xfrm>
          <a:off x="350172" y="1709738"/>
          <a:ext cx="636677" cy="6366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B690A7-7C48-4280-BAF3-76282C4C4069}">
      <dsp:nvSpPr>
        <dsp:cNvPr id="0" name=""/>
        <dsp:cNvSpPr/>
      </dsp:nvSpPr>
      <dsp:spPr>
        <a:xfrm>
          <a:off x="1337023" y="1449279"/>
          <a:ext cx="4524066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Documentation generation:</a:t>
          </a:r>
          <a:r>
            <a:rPr lang="en-IN" sz="1700" kern="1200"/>
            <a:t> Automatically generate documentation for your code.</a:t>
          </a:r>
          <a:endParaRPr lang="en-US" sz="1700" kern="1200"/>
        </a:p>
      </dsp:txBody>
      <dsp:txXfrm>
        <a:off x="1337023" y="1449279"/>
        <a:ext cx="4524066" cy="1157596"/>
      </dsp:txXfrm>
    </dsp:sp>
    <dsp:sp modelId="{834341F1-723C-40BA-80FA-3AB1D6BD85FD}">
      <dsp:nvSpPr>
        <dsp:cNvPr id="0" name=""/>
        <dsp:cNvSpPr/>
      </dsp:nvSpPr>
      <dsp:spPr>
        <a:xfrm>
          <a:off x="0" y="2896274"/>
          <a:ext cx="5861090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8D6AC9-A078-45E6-AAB4-5446F6B56B36}">
      <dsp:nvSpPr>
        <dsp:cNvPr id="0" name=""/>
        <dsp:cNvSpPr/>
      </dsp:nvSpPr>
      <dsp:spPr>
        <a:xfrm>
          <a:off x="350172" y="3156733"/>
          <a:ext cx="636677" cy="6366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C436D0-271E-41AD-9ABA-C67E6336BEE8}">
      <dsp:nvSpPr>
        <dsp:cNvPr id="0" name=""/>
        <dsp:cNvSpPr/>
      </dsp:nvSpPr>
      <dsp:spPr>
        <a:xfrm>
          <a:off x="1337023" y="2896274"/>
          <a:ext cx="4524066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Testing assistance:</a:t>
          </a:r>
          <a:r>
            <a:rPr lang="en-IN" sz="1700" kern="1200"/>
            <a:t> Write unit tests and identify potential bugs in your code.</a:t>
          </a:r>
          <a:endParaRPr lang="en-US" sz="1700" kern="1200"/>
        </a:p>
      </dsp:txBody>
      <dsp:txXfrm>
        <a:off x="1337023" y="2896274"/>
        <a:ext cx="4524066" cy="1157596"/>
      </dsp:txXfrm>
    </dsp:sp>
    <dsp:sp modelId="{78C531A4-7920-46D1-93AF-3E7A77F34F58}">
      <dsp:nvSpPr>
        <dsp:cNvPr id="0" name=""/>
        <dsp:cNvSpPr/>
      </dsp:nvSpPr>
      <dsp:spPr>
        <a:xfrm>
          <a:off x="0" y="4343269"/>
          <a:ext cx="5861090" cy="115759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E3651A-B9E9-492C-A44F-D79507FA0C32}">
      <dsp:nvSpPr>
        <dsp:cNvPr id="0" name=""/>
        <dsp:cNvSpPr/>
      </dsp:nvSpPr>
      <dsp:spPr>
        <a:xfrm>
          <a:off x="350172" y="4603728"/>
          <a:ext cx="636677" cy="6366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A47626-936B-435F-BD5C-CE18F3B4208D}">
      <dsp:nvSpPr>
        <dsp:cNvPr id="0" name=""/>
        <dsp:cNvSpPr/>
      </dsp:nvSpPr>
      <dsp:spPr>
        <a:xfrm>
          <a:off x="1337023" y="4343269"/>
          <a:ext cx="4524066" cy="1157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512" tIns="122512" rIns="122512" bIns="122512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Information retrieval:</a:t>
          </a:r>
          <a:r>
            <a:rPr lang="en-IN" sz="1700" kern="1200"/>
            <a:t> Quickly access relevant information and resources during development.</a:t>
          </a:r>
          <a:endParaRPr lang="en-US" sz="1700" kern="1200"/>
        </a:p>
      </dsp:txBody>
      <dsp:txXfrm>
        <a:off x="1337023" y="4343269"/>
        <a:ext cx="4524066" cy="115759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B34177-9FC8-4D0B-AD73-8C2C80057AE3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3306CF-E05E-48AF-9366-CB082D647EE0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651CC5-873F-4968-B5B2-C1CD3EDEFB59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Generating basic activity and fragment structures</a:t>
          </a:r>
          <a:endParaRPr lang="en-US" sz="2200" kern="1200"/>
        </a:p>
      </dsp:txBody>
      <dsp:txXfrm>
        <a:off x="1339618" y="2288"/>
        <a:ext cx="5024605" cy="1159843"/>
      </dsp:txXfrm>
    </dsp:sp>
    <dsp:sp modelId="{03B61A2D-F854-43B5-9FA5-99ADBA010517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997C3B-8620-41EA-A759-57340B787420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90D597-15D2-4D2A-9C69-5BBA41D17EB1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Writing unit tests based on functionality descriptions</a:t>
          </a:r>
          <a:endParaRPr lang="en-US" sz="2200" kern="1200"/>
        </a:p>
      </dsp:txBody>
      <dsp:txXfrm>
        <a:off x="1339618" y="1452092"/>
        <a:ext cx="5024605" cy="1159843"/>
      </dsp:txXfrm>
    </dsp:sp>
    <dsp:sp modelId="{169A67F5-7271-404C-BFC1-BD7161905D31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D6C9E0-B2C7-409E-BA25-B5F94AB6981E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AA35C-7F54-4721-83D0-23FA7493360F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Translating code comments into different languages</a:t>
          </a:r>
          <a:endParaRPr lang="en-US" sz="2200" kern="1200"/>
        </a:p>
      </dsp:txBody>
      <dsp:txXfrm>
        <a:off x="1339618" y="2901896"/>
        <a:ext cx="5024605" cy="1159843"/>
      </dsp:txXfrm>
    </dsp:sp>
    <dsp:sp modelId="{8B84262C-54AE-4FAD-82F4-0B9299417092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C807F-8B52-4D14-AB49-44B186B2317F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397AC-4828-4F55-B1A8-226B8030F4E7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Searching for relevant documentation and tutorials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111CEA-64F6-0440-9231-997FD6819D52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27913-4B65-2D4D-A112-5422919C659B}">
      <dsp:nvSpPr>
        <dsp:cNvPr id="0" name=""/>
        <dsp:cNvSpPr/>
      </dsp:nvSpPr>
      <dsp:spPr>
        <a:xfrm>
          <a:off x="0" y="2703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Security:</a:t>
          </a:r>
          <a:r>
            <a:rPr lang="en-IN" sz="2900" kern="1200"/>
            <a:t> Carefully evaluate the security implications of using an LLM within your development environment.</a:t>
          </a:r>
          <a:endParaRPr lang="en-US" sz="2900" kern="1200"/>
        </a:p>
      </dsp:txBody>
      <dsp:txXfrm>
        <a:off x="0" y="2703"/>
        <a:ext cx="6900512" cy="1843578"/>
      </dsp:txXfrm>
    </dsp:sp>
    <dsp:sp modelId="{5EFA939E-9063-5648-AC0F-D279315F1B8D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144C7B-8EE2-734B-B11E-76EC0D20280C}">
      <dsp:nvSpPr>
        <dsp:cNvPr id="0" name=""/>
        <dsp:cNvSpPr/>
      </dsp:nvSpPr>
      <dsp:spPr>
        <a:xfrm>
          <a:off x="0" y="1846281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Data privacy:</a:t>
          </a:r>
          <a:r>
            <a:rPr lang="en-IN" sz="2900" kern="1200"/>
            <a:t> Be mindful of the type of data you share with Gemini and implement appropriate data privacy measures.</a:t>
          </a:r>
          <a:endParaRPr lang="en-US" sz="2900" kern="1200"/>
        </a:p>
      </dsp:txBody>
      <dsp:txXfrm>
        <a:off x="0" y="1846281"/>
        <a:ext cx="6900512" cy="1843578"/>
      </dsp:txXfrm>
    </dsp:sp>
    <dsp:sp modelId="{62A3F025-03FE-1D4C-8C36-714F602A95F4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5E4C69-B794-2F43-A039-390D86736EA9}">
      <dsp:nvSpPr>
        <dsp:cNvPr id="0" name=""/>
        <dsp:cNvSpPr/>
      </dsp:nvSpPr>
      <dsp:spPr>
        <a:xfrm>
          <a:off x="0" y="3689859"/>
          <a:ext cx="6900512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900" b="1" kern="1200"/>
            <a:t>Integration complexity:</a:t>
          </a:r>
          <a:r>
            <a:rPr lang="en-IN" sz="2900" kern="1200"/>
            <a:t> Integrating Gemini with Android Studio might require some development effort.</a:t>
          </a:r>
          <a:endParaRPr lang="en-US" sz="2900" kern="1200"/>
        </a:p>
      </dsp:txBody>
      <dsp:txXfrm>
        <a:off x="0" y="3689859"/>
        <a:ext cx="6900512" cy="184357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7E1752-0AFD-E44B-818F-2FADA3F75AC2}">
      <dsp:nvSpPr>
        <dsp:cNvPr id="0" name=""/>
        <dsp:cNvSpPr/>
      </dsp:nvSpPr>
      <dsp:spPr>
        <a:xfrm>
          <a:off x="0" y="67988"/>
          <a:ext cx="6900512" cy="174053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Stuck on a specific coding task? </a:t>
          </a:r>
          <a:endParaRPr lang="en-US" sz="3100" kern="1200"/>
        </a:p>
      </dsp:txBody>
      <dsp:txXfrm>
        <a:off x="84966" y="152954"/>
        <a:ext cx="6730580" cy="1570602"/>
      </dsp:txXfrm>
    </dsp:sp>
    <dsp:sp modelId="{C913B8AF-1B1A-684A-B1EA-E8457FF1587C}">
      <dsp:nvSpPr>
        <dsp:cNvPr id="0" name=""/>
        <dsp:cNvSpPr/>
      </dsp:nvSpPr>
      <dsp:spPr>
        <a:xfrm>
          <a:off x="0" y="1897803"/>
          <a:ext cx="6900512" cy="1740534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Describe your desired functionality to Gemini. </a:t>
          </a:r>
          <a:endParaRPr lang="en-US" sz="3100" kern="1200"/>
        </a:p>
      </dsp:txBody>
      <dsp:txXfrm>
        <a:off x="84966" y="1982769"/>
        <a:ext cx="6730580" cy="1570602"/>
      </dsp:txXfrm>
    </dsp:sp>
    <dsp:sp modelId="{CBCB07BE-4F95-534D-9D36-D2F61D42CBAD}">
      <dsp:nvSpPr>
        <dsp:cNvPr id="0" name=""/>
        <dsp:cNvSpPr/>
      </dsp:nvSpPr>
      <dsp:spPr>
        <a:xfrm>
          <a:off x="0" y="3727617"/>
          <a:ext cx="6900512" cy="1740534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Gemini will generate relevant code snippets or entire functions, saving you time and effort.</a:t>
          </a:r>
          <a:endParaRPr lang="en-US" sz="3100" kern="1200"/>
        </a:p>
      </dsp:txBody>
      <dsp:txXfrm>
        <a:off x="84966" y="3812583"/>
        <a:ext cx="6730580" cy="15706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E32EA-54B5-4E73-B7AD-D312C2084119}">
      <dsp:nvSpPr>
        <dsp:cNvPr id="0" name=""/>
        <dsp:cNvSpPr/>
      </dsp:nvSpPr>
      <dsp:spPr>
        <a:xfrm>
          <a:off x="0" y="675"/>
          <a:ext cx="6900512" cy="15813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62A025-EF10-4C97-AEBE-43191BCEA574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3FC7D4-A6D2-431C-ACD6-C3957CDE09EC}">
      <dsp:nvSpPr>
        <dsp:cNvPr id="0" name=""/>
        <dsp:cNvSpPr/>
      </dsp:nvSpPr>
      <dsp:spPr>
        <a:xfrm>
          <a:off x="1826480" y="675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Have existing code that could be improved?</a:t>
          </a:r>
          <a:endParaRPr lang="en-US" sz="2200" kern="1200"/>
        </a:p>
      </dsp:txBody>
      <dsp:txXfrm>
        <a:off x="1826480" y="675"/>
        <a:ext cx="5074031" cy="1581368"/>
      </dsp:txXfrm>
    </dsp:sp>
    <dsp:sp modelId="{B341736F-77B2-41C6-9BD4-D751D486CE0B}">
      <dsp:nvSpPr>
        <dsp:cNvPr id="0" name=""/>
        <dsp:cNvSpPr/>
      </dsp:nvSpPr>
      <dsp:spPr>
        <a:xfrm>
          <a:off x="0" y="1977386"/>
          <a:ext cx="6900512" cy="1581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65ADF2-5594-42BA-9DDB-00A5A911220D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A08FFA-7574-429F-9D9A-E25FE176A342}">
      <dsp:nvSpPr>
        <dsp:cNvPr id="0" name=""/>
        <dsp:cNvSpPr/>
      </dsp:nvSpPr>
      <dsp:spPr>
        <a:xfrm>
          <a:off x="1826480" y="197738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Provide Gemini with your code. </a:t>
          </a:r>
          <a:endParaRPr lang="en-US" sz="2200" kern="1200"/>
        </a:p>
      </dsp:txBody>
      <dsp:txXfrm>
        <a:off x="1826480" y="1977386"/>
        <a:ext cx="5074031" cy="1581368"/>
      </dsp:txXfrm>
    </dsp:sp>
    <dsp:sp modelId="{1C032E46-EBD7-4FAE-B72E-D84AFBF36D0F}">
      <dsp:nvSpPr>
        <dsp:cNvPr id="0" name=""/>
        <dsp:cNvSpPr/>
      </dsp:nvSpPr>
      <dsp:spPr>
        <a:xfrm>
          <a:off x="0" y="3954096"/>
          <a:ext cx="6900512" cy="15813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4ED55-A92E-4030-8E93-8D31851AB6C1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EB5FF-EF0D-4B0D-9386-78B87196666C}">
      <dsp:nvSpPr>
        <dsp:cNvPr id="0" name=""/>
        <dsp:cNvSpPr/>
      </dsp:nvSpPr>
      <dsp:spPr>
        <a:xfrm>
          <a:off x="1826480" y="3954096"/>
          <a:ext cx="3105230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Gemini will analyse the code and suggest potential improvements, like: </a:t>
          </a:r>
          <a:endParaRPr lang="en-US" sz="2200" kern="1200"/>
        </a:p>
      </dsp:txBody>
      <dsp:txXfrm>
        <a:off x="1826480" y="3954096"/>
        <a:ext cx="3105230" cy="1581368"/>
      </dsp:txXfrm>
    </dsp:sp>
    <dsp:sp modelId="{C6C9669D-5AE3-4DF0-8305-AB40071F754A}">
      <dsp:nvSpPr>
        <dsp:cNvPr id="0" name=""/>
        <dsp:cNvSpPr/>
      </dsp:nvSpPr>
      <dsp:spPr>
        <a:xfrm>
          <a:off x="4931710" y="3954096"/>
          <a:ext cx="196880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Simplifying complex logic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Replacing inefficient code constructs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/>
            <a:t>Optimizing for performance</a:t>
          </a:r>
          <a:endParaRPr lang="en-US" sz="1300" kern="1200"/>
        </a:p>
      </dsp:txBody>
      <dsp:txXfrm>
        <a:off x="4931710" y="3954096"/>
        <a:ext cx="1968801" cy="158136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BCE281-E812-C74C-B635-ED19B814881F}">
      <dsp:nvSpPr>
        <dsp:cNvPr id="0" name=""/>
        <dsp:cNvSpPr/>
      </dsp:nvSpPr>
      <dsp:spPr>
        <a:xfrm>
          <a:off x="539" y="1458051"/>
          <a:ext cx="2183365" cy="262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668" tIns="0" rIns="21566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Generate unit tests to ensure code functionality. </a:t>
          </a:r>
          <a:endParaRPr lang="en-US" sz="1800" kern="1200"/>
        </a:p>
      </dsp:txBody>
      <dsp:txXfrm>
        <a:off x="539" y="2506066"/>
        <a:ext cx="2183365" cy="1572022"/>
      </dsp:txXfrm>
    </dsp:sp>
    <dsp:sp modelId="{C4C3B06A-384E-4C4D-BF75-448CC21763BB}">
      <dsp:nvSpPr>
        <dsp:cNvPr id="0" name=""/>
        <dsp:cNvSpPr/>
      </dsp:nvSpPr>
      <dsp:spPr>
        <a:xfrm>
          <a:off x="539" y="1458051"/>
          <a:ext cx="2183365" cy="104801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668" tIns="165100" rIns="215668" bIns="16510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01</a:t>
          </a:r>
        </a:p>
      </dsp:txBody>
      <dsp:txXfrm>
        <a:off x="539" y="1458051"/>
        <a:ext cx="2183365" cy="1048015"/>
      </dsp:txXfrm>
    </dsp:sp>
    <dsp:sp modelId="{18ADF26F-4727-4A4F-9049-E5032CD1A488}">
      <dsp:nvSpPr>
        <dsp:cNvPr id="0" name=""/>
        <dsp:cNvSpPr/>
      </dsp:nvSpPr>
      <dsp:spPr>
        <a:xfrm>
          <a:off x="2358573" y="1458051"/>
          <a:ext cx="2183365" cy="262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668" tIns="0" rIns="21566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Describe the desired test scenario to Gemini. </a:t>
          </a:r>
          <a:endParaRPr lang="en-US" sz="1800" kern="1200"/>
        </a:p>
      </dsp:txBody>
      <dsp:txXfrm>
        <a:off x="2358573" y="2506066"/>
        <a:ext cx="2183365" cy="1572022"/>
      </dsp:txXfrm>
    </dsp:sp>
    <dsp:sp modelId="{1F82A229-38E4-994F-A80B-6F1BE2890F6C}">
      <dsp:nvSpPr>
        <dsp:cNvPr id="0" name=""/>
        <dsp:cNvSpPr/>
      </dsp:nvSpPr>
      <dsp:spPr>
        <a:xfrm>
          <a:off x="2358573" y="1458051"/>
          <a:ext cx="2183365" cy="104801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668" tIns="165100" rIns="215668" bIns="16510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02</a:t>
          </a:r>
        </a:p>
      </dsp:txBody>
      <dsp:txXfrm>
        <a:off x="2358573" y="1458051"/>
        <a:ext cx="2183365" cy="1048015"/>
      </dsp:txXfrm>
    </dsp:sp>
    <dsp:sp modelId="{9D2F51B7-CF4B-884A-93E9-B282BFC32E72}">
      <dsp:nvSpPr>
        <dsp:cNvPr id="0" name=""/>
        <dsp:cNvSpPr/>
      </dsp:nvSpPr>
      <dsp:spPr>
        <a:xfrm>
          <a:off x="4716607" y="1458051"/>
          <a:ext cx="2183365" cy="262003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668" tIns="0" rIns="215668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/>
            <a:t>Gemini will create unit tests that validate your code's behavior.</a:t>
          </a:r>
          <a:endParaRPr lang="en-US" sz="1800" kern="1200"/>
        </a:p>
      </dsp:txBody>
      <dsp:txXfrm>
        <a:off x="4716607" y="2506066"/>
        <a:ext cx="2183365" cy="1572022"/>
      </dsp:txXfrm>
    </dsp:sp>
    <dsp:sp modelId="{955D6C93-360E-6943-8E7F-ECA1068FF032}">
      <dsp:nvSpPr>
        <dsp:cNvPr id="0" name=""/>
        <dsp:cNvSpPr/>
      </dsp:nvSpPr>
      <dsp:spPr>
        <a:xfrm>
          <a:off x="4716607" y="1458051"/>
          <a:ext cx="2183365" cy="1048015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668" tIns="165100" rIns="215668" bIns="165100" numCol="1" spcCol="1270" anchor="ctr" anchorCtr="0">
          <a:noAutofit/>
        </a:bodyPr>
        <a:lstStyle/>
        <a:p>
          <a:pPr marL="0" lvl="0" indent="0" algn="l" defTabSz="2266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100" kern="1200"/>
            <a:t>03</a:t>
          </a:r>
        </a:p>
      </dsp:txBody>
      <dsp:txXfrm>
        <a:off x="4716607" y="1458051"/>
        <a:ext cx="2183365" cy="10480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BF5CB8-E36F-954C-A2F4-8EE62CB553FB}">
      <dsp:nvSpPr>
        <dsp:cNvPr id="0" name=""/>
        <dsp:cNvSpPr/>
      </dsp:nvSpPr>
      <dsp:spPr>
        <a:xfrm>
          <a:off x="0" y="26982"/>
          <a:ext cx="6900512" cy="269644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As LLMs continue to evolve, Gemini's capabilities will expand, offering even more powerful tools for Android developers.</a:t>
          </a:r>
          <a:endParaRPr lang="en-US" sz="3100" kern="1200"/>
        </a:p>
      </dsp:txBody>
      <dsp:txXfrm>
        <a:off x="131630" y="158612"/>
        <a:ext cx="6637252" cy="2433187"/>
      </dsp:txXfrm>
    </dsp:sp>
    <dsp:sp modelId="{1450C051-B82F-7C48-A2DE-C2AB87635A3A}">
      <dsp:nvSpPr>
        <dsp:cNvPr id="0" name=""/>
        <dsp:cNvSpPr/>
      </dsp:nvSpPr>
      <dsp:spPr>
        <a:xfrm>
          <a:off x="0" y="2812710"/>
          <a:ext cx="6900512" cy="2696447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/>
            <a:t>Imagine a future where Gemini can intelligently refactor code, identify design patterns, and suggest alternative approaches to problem-solving.</a:t>
          </a:r>
          <a:endParaRPr lang="en-US" sz="3100" kern="1200"/>
        </a:p>
      </dsp:txBody>
      <dsp:txXfrm>
        <a:off x="131630" y="2944340"/>
        <a:ext cx="6637252" cy="24331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9D41B9-C276-4A99-B30C-E43220C60D21}">
      <dsp:nvSpPr>
        <dsp:cNvPr id="0" name=""/>
        <dsp:cNvSpPr/>
      </dsp:nvSpPr>
      <dsp:spPr>
        <a:xfrm>
          <a:off x="0" y="675"/>
          <a:ext cx="6900512" cy="158136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5E8FB7-392F-4D85-AAC5-CEC7378752E5}">
      <dsp:nvSpPr>
        <dsp:cNvPr id="0" name=""/>
        <dsp:cNvSpPr/>
      </dsp:nvSpPr>
      <dsp:spPr>
        <a:xfrm>
          <a:off x="478363" y="356483"/>
          <a:ext cx="869752" cy="8697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5F5116-9F70-471E-8BD0-7B1C76198E10}">
      <dsp:nvSpPr>
        <dsp:cNvPr id="0" name=""/>
        <dsp:cNvSpPr/>
      </dsp:nvSpPr>
      <dsp:spPr>
        <a:xfrm>
          <a:off x="1826480" y="675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the concept of running Artificial Intelligence (AI) on mobile devices through Local Large Language Models (LLMs).</a:t>
          </a:r>
          <a:endParaRPr lang="en-US" sz="2200" kern="1200"/>
        </a:p>
      </dsp:txBody>
      <dsp:txXfrm>
        <a:off x="1826480" y="675"/>
        <a:ext cx="5074031" cy="1581368"/>
      </dsp:txXfrm>
    </dsp:sp>
    <dsp:sp modelId="{0B8A91C2-9EFF-48B2-96EE-B4125EB57C27}">
      <dsp:nvSpPr>
        <dsp:cNvPr id="0" name=""/>
        <dsp:cNvSpPr/>
      </dsp:nvSpPr>
      <dsp:spPr>
        <a:xfrm>
          <a:off x="0" y="1977386"/>
          <a:ext cx="6900512" cy="158136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F8660-73D1-4D6F-8D02-961E6981D79D}">
      <dsp:nvSpPr>
        <dsp:cNvPr id="0" name=""/>
        <dsp:cNvSpPr/>
      </dsp:nvSpPr>
      <dsp:spPr>
        <a:xfrm>
          <a:off x="478363" y="2333194"/>
          <a:ext cx="869752" cy="8697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91F268-681B-49E7-B751-58AFB60A772A}">
      <dsp:nvSpPr>
        <dsp:cNvPr id="0" name=""/>
        <dsp:cNvSpPr/>
      </dsp:nvSpPr>
      <dsp:spPr>
        <a:xfrm>
          <a:off x="1826480" y="1977386"/>
          <a:ext cx="507403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Local LLMs are designed to function on personal devices without requiring a constant internet connection.</a:t>
          </a:r>
          <a:endParaRPr lang="en-US" sz="2200" kern="1200"/>
        </a:p>
      </dsp:txBody>
      <dsp:txXfrm>
        <a:off x="1826480" y="1977386"/>
        <a:ext cx="5074031" cy="1581368"/>
      </dsp:txXfrm>
    </dsp:sp>
    <dsp:sp modelId="{E1FBFB98-EA7C-4344-A84A-FF1D496293B5}">
      <dsp:nvSpPr>
        <dsp:cNvPr id="0" name=""/>
        <dsp:cNvSpPr/>
      </dsp:nvSpPr>
      <dsp:spPr>
        <a:xfrm>
          <a:off x="0" y="3954096"/>
          <a:ext cx="6900512" cy="158136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C3B0A8-B093-478C-A00E-4468102C0608}">
      <dsp:nvSpPr>
        <dsp:cNvPr id="0" name=""/>
        <dsp:cNvSpPr/>
      </dsp:nvSpPr>
      <dsp:spPr>
        <a:xfrm>
          <a:off x="478363" y="4309904"/>
          <a:ext cx="869752" cy="8697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B03A8C-BCF0-439C-97F4-2BDE3EADB0AE}">
      <dsp:nvSpPr>
        <dsp:cNvPr id="0" name=""/>
        <dsp:cNvSpPr/>
      </dsp:nvSpPr>
      <dsp:spPr>
        <a:xfrm>
          <a:off x="1826480" y="3954096"/>
          <a:ext cx="3105230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The key advantages of running AI on mobile devices, such as:</a:t>
          </a:r>
          <a:endParaRPr lang="en-US" sz="2200" kern="1200"/>
        </a:p>
      </dsp:txBody>
      <dsp:txXfrm>
        <a:off x="1826480" y="3954096"/>
        <a:ext cx="3105230" cy="1581368"/>
      </dsp:txXfrm>
    </dsp:sp>
    <dsp:sp modelId="{0FAE5FC5-3953-4A03-A118-3126827D6FEE}">
      <dsp:nvSpPr>
        <dsp:cNvPr id="0" name=""/>
        <dsp:cNvSpPr/>
      </dsp:nvSpPr>
      <dsp:spPr>
        <a:xfrm>
          <a:off x="4931710" y="3954096"/>
          <a:ext cx="1968801" cy="15813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361" tIns="167361" rIns="167361" bIns="167361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Increased Efficiency and Productivity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Enhanced User Experience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Improved Performance in Offline Scenarios</a:t>
          </a:r>
          <a:endParaRPr lang="en-US" sz="1200" kern="1200"/>
        </a:p>
      </dsp:txBody>
      <dsp:txXfrm>
        <a:off x="4931710" y="3954096"/>
        <a:ext cx="1968801" cy="158136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E4FCD-2954-433D-9EF2-8E7BD31422E3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C28C19-93E3-4B7E-A1EF-101F27442099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2B6B6-0134-43ED-B782-36DFBB3EC460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Local LLMs are a specific type of LLM designed to function on mobile devices without a constant internet connection.</a:t>
          </a:r>
          <a:endParaRPr lang="en-US" sz="2200" kern="1200"/>
        </a:p>
      </dsp:txBody>
      <dsp:txXfrm>
        <a:off x="1819120" y="673"/>
        <a:ext cx="4545103" cy="1574995"/>
      </dsp:txXfrm>
    </dsp:sp>
    <dsp:sp modelId="{F664E9AE-38FE-4253-94EE-233C65111C1B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148A0-901A-4C03-8A19-55CE4E418CEE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F104FC-B333-4FB1-8808-F239DDEE866C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Trained on a massive dataset of text and code.</a:t>
          </a:r>
          <a:endParaRPr lang="en-US" sz="2200" kern="1200"/>
        </a:p>
      </dsp:txBody>
      <dsp:txXfrm>
        <a:off x="1819120" y="1969418"/>
        <a:ext cx="4545103" cy="1574995"/>
      </dsp:txXfrm>
    </dsp:sp>
    <dsp:sp modelId="{3676451C-EFE9-450E-8899-F893CD27EC7C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286E85-B789-42C9-925F-1FB59CDBD579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60A7B-B228-4EDC-8342-0C9BD456E629}">
      <dsp:nvSpPr>
        <dsp:cNvPr id="0" name=""/>
        <dsp:cNvSpPr/>
      </dsp:nvSpPr>
      <dsp:spPr>
        <a:xfrm>
          <a:off x="1819120" y="3938162"/>
          <a:ext cx="2863900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Capable of various tasks, including:</a:t>
          </a:r>
          <a:endParaRPr lang="en-US" sz="2200" kern="1200"/>
        </a:p>
      </dsp:txBody>
      <dsp:txXfrm>
        <a:off x="1819120" y="3938162"/>
        <a:ext cx="2863900" cy="1574995"/>
      </dsp:txXfrm>
    </dsp:sp>
    <dsp:sp modelId="{D114C062-4AE1-412E-B3C2-7441612C3D89}">
      <dsp:nvSpPr>
        <dsp:cNvPr id="0" name=""/>
        <dsp:cNvSpPr/>
      </dsp:nvSpPr>
      <dsp:spPr>
        <a:xfrm>
          <a:off x="4683021" y="3938162"/>
          <a:ext cx="1681202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Text generation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Machine translation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Question answering</a:t>
          </a:r>
          <a:endParaRPr lang="en-US" sz="1200" kern="120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Content creation</a:t>
          </a:r>
          <a:endParaRPr lang="en-US" sz="1200" kern="1200"/>
        </a:p>
      </dsp:txBody>
      <dsp:txXfrm>
        <a:off x="4683021" y="3938162"/>
        <a:ext cx="1681202" cy="157499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9C79C-691B-1A4A-8CCE-91CA5EBC85AF}">
      <dsp:nvSpPr>
        <dsp:cNvPr id="0" name=""/>
        <dsp:cNvSpPr/>
      </dsp:nvSpPr>
      <dsp:spPr>
        <a:xfrm>
          <a:off x="955909" y="310211"/>
          <a:ext cx="4182632" cy="4182632"/>
        </a:xfrm>
        <a:prstGeom prst="pie">
          <a:avLst>
            <a:gd name="adj1" fmla="val 16200000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Enhanced User Experience:</a:t>
          </a:r>
          <a:r>
            <a:rPr lang="en-IN" sz="1200" kern="1200"/>
            <a:t> Local LLMs can provide real-time features and functionalities without relying on internet connectivity.</a:t>
          </a:r>
          <a:endParaRPr lang="en-US" sz="1200" kern="1200"/>
        </a:p>
      </dsp:txBody>
      <dsp:txXfrm>
        <a:off x="3095027" y="1083998"/>
        <a:ext cx="1543590" cy="1244831"/>
      </dsp:txXfrm>
    </dsp:sp>
    <dsp:sp modelId="{DADE027D-8AE4-DA42-A8B2-7A898CCFB483}">
      <dsp:nvSpPr>
        <dsp:cNvPr id="0" name=""/>
        <dsp:cNvSpPr/>
      </dsp:nvSpPr>
      <dsp:spPr>
        <a:xfrm>
          <a:off x="779641" y="486479"/>
          <a:ext cx="4182632" cy="4182632"/>
        </a:xfrm>
        <a:prstGeom prst="pie">
          <a:avLst>
            <a:gd name="adj1" fmla="val 0"/>
            <a:gd name="adj2" fmla="val 5400000"/>
          </a:avLst>
        </a:prstGeom>
        <a:solidFill>
          <a:schemeClr val="accent5">
            <a:hueOff val="-4050717"/>
            <a:satOff val="-275"/>
            <a:lumOff val="65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Offline Functionality:</a:t>
          </a:r>
          <a:r>
            <a:rPr lang="en-IN" sz="1200" kern="1200"/>
            <a:t> Users can leverage LLM capabilities even in areas with limited or no internet access.</a:t>
          </a:r>
          <a:endParaRPr lang="en-US" sz="1200" kern="1200"/>
        </a:p>
      </dsp:txBody>
      <dsp:txXfrm>
        <a:off x="2945647" y="2652485"/>
        <a:ext cx="1543590" cy="1244831"/>
      </dsp:txXfrm>
    </dsp:sp>
    <dsp:sp modelId="{7D4EBE4D-61B7-7D4D-89DC-450EE21E21BB}">
      <dsp:nvSpPr>
        <dsp:cNvPr id="0" name=""/>
        <dsp:cNvSpPr/>
      </dsp:nvSpPr>
      <dsp:spPr>
        <a:xfrm>
          <a:off x="779641" y="486479"/>
          <a:ext cx="4182632" cy="4182632"/>
        </a:xfrm>
        <a:prstGeom prst="pie">
          <a:avLst>
            <a:gd name="adj1" fmla="val 5400000"/>
            <a:gd name="adj2" fmla="val 10800000"/>
          </a:avLst>
        </a:prstGeom>
        <a:solidFill>
          <a:schemeClr val="accent5">
            <a:hueOff val="-8101434"/>
            <a:satOff val="-551"/>
            <a:lumOff val="130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Improved Privacy:</a:t>
          </a:r>
          <a:r>
            <a:rPr lang="en-IN" sz="1200" kern="1200"/>
            <a:t> Data processing occurs entirely on the device, potentially offering greater privacy control.</a:t>
          </a:r>
          <a:endParaRPr lang="en-US" sz="1200" kern="1200"/>
        </a:p>
      </dsp:txBody>
      <dsp:txXfrm>
        <a:off x="1252677" y="2652485"/>
        <a:ext cx="1543590" cy="1244831"/>
      </dsp:txXfrm>
    </dsp:sp>
    <dsp:sp modelId="{0853FD6A-EE04-DA4F-A099-9752CA57CE1D}">
      <dsp:nvSpPr>
        <dsp:cNvPr id="0" name=""/>
        <dsp:cNvSpPr/>
      </dsp:nvSpPr>
      <dsp:spPr>
        <a:xfrm>
          <a:off x="779641" y="486479"/>
          <a:ext cx="4182632" cy="4182632"/>
        </a:xfrm>
        <a:prstGeom prst="pie">
          <a:avLst>
            <a:gd name="adj1" fmla="val 10800000"/>
            <a:gd name="adj2" fmla="val 16200000"/>
          </a:avLst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/>
            <a:t>Reduced Latency:</a:t>
          </a:r>
          <a:r>
            <a:rPr lang="en-IN" sz="1200" kern="1200"/>
            <a:t> Local processing eliminates the need for data transfer to and from the cloud, resulting in faster response times.</a:t>
          </a:r>
          <a:endParaRPr lang="en-US" sz="1200" kern="1200"/>
        </a:p>
      </dsp:txBody>
      <dsp:txXfrm>
        <a:off x="1252677" y="1258275"/>
        <a:ext cx="1543590" cy="124483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BD18EB-F401-914C-8D26-39966A9D2C0C}">
      <dsp:nvSpPr>
        <dsp:cNvPr id="0" name=""/>
        <dsp:cNvSpPr/>
      </dsp:nvSpPr>
      <dsp:spPr>
        <a:xfrm rot="5400000">
          <a:off x="-347878" y="350002"/>
          <a:ext cx="2319190" cy="1623433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300" b="1" kern="1200"/>
            <a:t>What You'll Need</a:t>
          </a:r>
          <a:endParaRPr lang="en-US" sz="2300" kern="1200"/>
        </a:p>
      </dsp:txBody>
      <dsp:txXfrm rot="-5400000">
        <a:off x="1" y="813841"/>
        <a:ext cx="1623433" cy="695757"/>
      </dsp:txXfrm>
    </dsp:sp>
    <dsp:sp modelId="{8F77C4AB-0249-554F-9BB5-13EEAFAEAA36}">
      <dsp:nvSpPr>
        <dsp:cNvPr id="0" name=""/>
        <dsp:cNvSpPr/>
      </dsp:nvSpPr>
      <dsp:spPr>
        <a:xfrm rot="5400000">
          <a:off x="5315779" y="-3690223"/>
          <a:ext cx="1507473" cy="88921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/>
            <a:t>An Android device running Android 8.0 Oreo or later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/>
            <a:t>At least 4GB of RAM for smooth performance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/>
            <a:t>Sufficient storage space to accommodate the LLM model and its associated files (at least 2GB recommended)</a:t>
          </a:r>
          <a:endParaRPr lang="en-US" sz="2200" kern="1200"/>
        </a:p>
      </dsp:txBody>
      <dsp:txXfrm rot="-5400000">
        <a:off x="1623433" y="75712"/>
        <a:ext cx="8818577" cy="1360295"/>
      </dsp:txXfrm>
    </dsp:sp>
    <dsp:sp modelId="{C3541D33-B7D9-524C-AA50-7641CBCE5237}">
      <dsp:nvSpPr>
        <dsp:cNvPr id="0" name=""/>
        <dsp:cNvSpPr/>
      </dsp:nvSpPr>
      <dsp:spPr>
        <a:xfrm rot="5400000">
          <a:off x="-347878" y="2384088"/>
          <a:ext cx="2319190" cy="1623433"/>
        </a:xfrm>
        <a:prstGeom prst="chevron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2300" b="1" kern="1200"/>
            <a:t>Installation Steps</a:t>
          </a:r>
          <a:endParaRPr lang="en-US" sz="2300" kern="1200"/>
        </a:p>
      </dsp:txBody>
      <dsp:txXfrm rot="-5400000">
        <a:off x="1" y="2847927"/>
        <a:ext cx="1623433" cy="695757"/>
      </dsp:txXfrm>
    </dsp:sp>
    <dsp:sp modelId="{384852F2-83AB-2D48-A61A-380E4284EDE1}">
      <dsp:nvSpPr>
        <dsp:cNvPr id="0" name=""/>
        <dsp:cNvSpPr/>
      </dsp:nvSpPr>
      <dsp:spPr>
        <a:xfrm rot="5400000">
          <a:off x="5315779" y="-1656136"/>
          <a:ext cx="1507473" cy="8892166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200" kern="1200"/>
            <a:t>The installation process involves setting up the development environment, downloading the chosen LLM model, and following the specific installation instructions for your chosen model.</a:t>
          </a:r>
          <a:endParaRPr lang="en-US" sz="2200" kern="1200"/>
        </a:p>
      </dsp:txBody>
      <dsp:txXfrm rot="-5400000">
        <a:off x="1623433" y="2109799"/>
        <a:ext cx="8818577" cy="1360295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AF984D-45B7-4A81-85D0-00ABDF120580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03AF57-BF1D-40EC-A9D5-3AFB59B86BB7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F40559-B44D-4997-BBA8-58C148C78C04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Limited Processing Power and Battery Life: Mobile devices have inherently lower processing power and battery capacity compared to desktop computers.</a:t>
          </a:r>
          <a:endParaRPr lang="en-US" sz="2400" kern="1200"/>
        </a:p>
      </dsp:txBody>
      <dsp:txXfrm>
        <a:off x="1509882" y="708097"/>
        <a:ext cx="9005717" cy="1307257"/>
      </dsp:txXfrm>
    </dsp:sp>
    <dsp:sp modelId="{CF060AE5-2536-4D61-B209-72E27CBEBD96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0E0C98-65AF-43F1-A867-D7EB4968D47E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AA556-0BB9-4E9E-9DD0-FC7288BD4CF5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Memory Constraints: Mobile devices typically have less memory compared to desktops, making it essential to optimize model size and memory usage.</a:t>
          </a:r>
          <a:endParaRPr lang="en-US" sz="2400" kern="1200"/>
        </a:p>
      </dsp:txBody>
      <dsp:txXfrm>
        <a:off x="1509882" y="2342169"/>
        <a:ext cx="9005717" cy="1307257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64491F-2494-4EE8-A9E7-AE53E228EF08}">
      <dsp:nvSpPr>
        <dsp:cNvPr id="0" name=""/>
        <dsp:cNvSpPr/>
      </dsp:nvSpPr>
      <dsp:spPr>
        <a:xfrm>
          <a:off x="1212569" y="990292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94EC2-8C2D-4B18-9407-AEB52FB2C48A}">
      <dsp:nvSpPr>
        <dsp:cNvPr id="0" name=""/>
        <dsp:cNvSpPr/>
      </dsp:nvSpPr>
      <dsp:spPr>
        <a:xfrm>
          <a:off x="417971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This slide introduces the concept of memory management for Local Large Language Models (LLMs) running on mobile devices.</a:t>
          </a:r>
          <a:endParaRPr lang="en-US" sz="1200" kern="1200"/>
        </a:p>
      </dsp:txBody>
      <dsp:txXfrm>
        <a:off x="417971" y="2647231"/>
        <a:ext cx="2889450" cy="720000"/>
      </dsp:txXfrm>
    </dsp:sp>
    <dsp:sp modelId="{1A3D1EAE-459C-48F2-9D52-27897D6D6493}">
      <dsp:nvSpPr>
        <dsp:cNvPr id="0" name=""/>
        <dsp:cNvSpPr/>
      </dsp:nvSpPr>
      <dsp:spPr>
        <a:xfrm>
          <a:off x="4607673" y="990292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802627-38F3-4852-9A16-2E9D000A20F2}">
      <dsp:nvSpPr>
        <dsp:cNvPr id="0" name=""/>
        <dsp:cNvSpPr/>
      </dsp:nvSpPr>
      <dsp:spPr>
        <a:xfrm>
          <a:off x="3813074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LLMs are powerful AI models that can perform various tasks like text generation and translation. </a:t>
          </a:r>
          <a:endParaRPr lang="en-US" sz="1200" kern="1200"/>
        </a:p>
      </dsp:txBody>
      <dsp:txXfrm>
        <a:off x="3813074" y="2647231"/>
        <a:ext cx="2889450" cy="720000"/>
      </dsp:txXfrm>
    </dsp:sp>
    <dsp:sp modelId="{2AE6D020-97E2-44CE-A6FA-0E4B4B764B4B}">
      <dsp:nvSpPr>
        <dsp:cNvPr id="0" name=""/>
        <dsp:cNvSpPr/>
      </dsp:nvSpPr>
      <dsp:spPr>
        <a:xfrm>
          <a:off x="8002777" y="990292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6D196F-4B3D-4F4E-B8EC-7ABF736E4F51}">
      <dsp:nvSpPr>
        <dsp:cNvPr id="0" name=""/>
        <dsp:cNvSpPr/>
      </dsp:nvSpPr>
      <dsp:spPr>
        <a:xfrm>
          <a:off x="7208178" y="2647231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However, they can consume significant memory resources.</a:t>
          </a:r>
          <a:endParaRPr lang="en-US" sz="1200" kern="1200"/>
        </a:p>
      </dsp:txBody>
      <dsp:txXfrm>
        <a:off x="7208178" y="2647231"/>
        <a:ext cx="288945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7D311C-7A4B-814C-B3ED-4D5B8B7A4586}">
      <dsp:nvSpPr>
        <dsp:cNvPr id="0" name=""/>
        <dsp:cNvSpPr/>
      </dsp:nvSpPr>
      <dsp:spPr>
        <a:xfrm>
          <a:off x="0" y="41544"/>
          <a:ext cx="10515600" cy="137475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Quantization</a:t>
          </a:r>
          <a:r>
            <a:rPr lang="en-IN" sz="2500" kern="1200"/>
            <a:t>: This technique reduces the precision of the model's calculations, allowing for smaller model sizes and faster execution on mobile devices.</a:t>
          </a:r>
          <a:endParaRPr lang="en-US" sz="2500" kern="1200"/>
        </a:p>
      </dsp:txBody>
      <dsp:txXfrm>
        <a:off x="67110" y="108654"/>
        <a:ext cx="10381380" cy="1240530"/>
      </dsp:txXfrm>
    </dsp:sp>
    <dsp:sp modelId="{B1E06314-3B59-FF41-8B9A-7352220C4E8F}">
      <dsp:nvSpPr>
        <dsp:cNvPr id="0" name=""/>
        <dsp:cNvSpPr/>
      </dsp:nvSpPr>
      <dsp:spPr>
        <a:xfrm>
          <a:off x="0" y="1488294"/>
          <a:ext cx="10515600" cy="137475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Pruning</a:t>
          </a:r>
          <a:r>
            <a:rPr lang="en-IN" sz="2500" kern="1200"/>
            <a:t>: This technique removes unnecessary connections within the model, resulting in a smaller and more efficient model.</a:t>
          </a:r>
          <a:endParaRPr lang="en-US" sz="2500" kern="1200"/>
        </a:p>
      </dsp:txBody>
      <dsp:txXfrm>
        <a:off x="67110" y="1555404"/>
        <a:ext cx="10381380" cy="1240530"/>
      </dsp:txXfrm>
    </dsp:sp>
    <dsp:sp modelId="{CD55716C-E5BF-8446-B3F0-53144A6D11B8}">
      <dsp:nvSpPr>
        <dsp:cNvPr id="0" name=""/>
        <dsp:cNvSpPr/>
      </dsp:nvSpPr>
      <dsp:spPr>
        <a:xfrm>
          <a:off x="0" y="2935044"/>
          <a:ext cx="10515600" cy="137475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b="1" kern="1200"/>
            <a:t>Knowledge</a:t>
          </a:r>
          <a:r>
            <a:rPr lang="en-IN" sz="2500" kern="1200"/>
            <a:t> </a:t>
          </a:r>
          <a:r>
            <a:rPr lang="en-IN" sz="2500" b="1" kern="1200"/>
            <a:t>Distillation</a:t>
          </a:r>
          <a:r>
            <a:rPr lang="en-IN" sz="2500" kern="1200"/>
            <a:t>: This technique involves training a smaller model to mimic the behaviour of a larger, pre-trained model. The smaller model can then be deployed on mobile devices.</a:t>
          </a:r>
          <a:endParaRPr lang="en-US" sz="2500" kern="1200"/>
        </a:p>
      </dsp:txBody>
      <dsp:txXfrm>
        <a:off x="67110" y="3002154"/>
        <a:ext cx="10381380" cy="124053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13D144-B85C-43C4-AABA-52A53D422978}">
      <dsp:nvSpPr>
        <dsp:cNvPr id="0" name=""/>
        <dsp:cNvSpPr/>
      </dsp:nvSpPr>
      <dsp:spPr>
        <a:xfrm>
          <a:off x="1599240" y="405952"/>
          <a:ext cx="1025177" cy="10251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D1B9B-15ED-4F95-A5A6-75839643C39B}">
      <dsp:nvSpPr>
        <dsp:cNvPr id="0" name=""/>
        <dsp:cNvSpPr/>
      </dsp:nvSpPr>
      <dsp:spPr>
        <a:xfrm>
          <a:off x="972742" y="1763298"/>
          <a:ext cx="22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Local LLMs hold immense potential for revolutionizing mobile application development.</a:t>
          </a:r>
          <a:endParaRPr lang="en-US" sz="1200" kern="1200"/>
        </a:p>
      </dsp:txBody>
      <dsp:txXfrm>
        <a:off x="972742" y="1763298"/>
        <a:ext cx="2278172" cy="720000"/>
      </dsp:txXfrm>
    </dsp:sp>
    <dsp:sp modelId="{8CB068A6-4BB6-412F-B0F6-5345975B03B3}">
      <dsp:nvSpPr>
        <dsp:cNvPr id="0" name=""/>
        <dsp:cNvSpPr/>
      </dsp:nvSpPr>
      <dsp:spPr>
        <a:xfrm>
          <a:off x="4276093" y="405952"/>
          <a:ext cx="1025177" cy="10251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1AC18A-50EF-4E72-97F3-20A895E399AC}">
      <dsp:nvSpPr>
        <dsp:cNvPr id="0" name=""/>
        <dsp:cNvSpPr/>
      </dsp:nvSpPr>
      <dsp:spPr>
        <a:xfrm>
          <a:off x="3649596" y="1763298"/>
          <a:ext cx="22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As LLM technology advances, we can expect even more powerful and versatile models tailored for mobile devices.</a:t>
          </a:r>
          <a:endParaRPr lang="en-US" sz="1200" kern="1200"/>
        </a:p>
      </dsp:txBody>
      <dsp:txXfrm>
        <a:off x="3649596" y="1763298"/>
        <a:ext cx="2278172" cy="720000"/>
      </dsp:txXfrm>
    </dsp:sp>
    <dsp:sp modelId="{324FF300-D026-40E4-AC9F-0F9B2875FE7C}">
      <dsp:nvSpPr>
        <dsp:cNvPr id="0" name=""/>
        <dsp:cNvSpPr/>
      </dsp:nvSpPr>
      <dsp:spPr>
        <a:xfrm>
          <a:off x="2937667" y="3052842"/>
          <a:ext cx="1025177" cy="10251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544FE-4CE2-40F3-A7AA-32F86A7CC98B}">
      <dsp:nvSpPr>
        <dsp:cNvPr id="0" name=""/>
        <dsp:cNvSpPr/>
      </dsp:nvSpPr>
      <dsp:spPr>
        <a:xfrm>
          <a:off x="2311169" y="4410188"/>
          <a:ext cx="227817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/>
            <a:t>This will lead to a new generation of mobile applications that are more intelligent, interactive, and user-friendly.</a:t>
          </a:r>
          <a:endParaRPr lang="en-US" sz="1200" kern="1200"/>
        </a:p>
      </dsp:txBody>
      <dsp:txXfrm>
        <a:off x="2311169" y="4410188"/>
        <a:ext cx="227817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41E6-E734-9F44-F22D-7F4EF02D6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2420B-477C-CE2E-BA11-A29DC0573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C647D-4A81-B6F7-D5A3-275A49BE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0DC83-8896-BA14-A626-E744B24BB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CC04D-C1AA-2ED2-F6AD-D821F5A20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10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1C70C-B2CB-6282-B1E6-83D8A33B3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D88A-D7F1-14B3-AE09-2E2AF9417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1AB20-8819-3659-2BCC-6B79982D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A11997-E186-5557-BB75-08368CC95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A778E-2633-29D5-4E1C-A090CA18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729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E1EC4-7C60-0AF4-16BF-E7F3A3EF2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2A786-DB89-F7CE-D931-4362AE614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929B64-A217-38BA-0671-B9C3B7D45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8452C-743B-FA40-9F71-0FBAEB9A2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3C8FF-0317-ED45-CDB3-D90E97A4B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237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6E6E7-6D6F-3A83-FB56-800E9C2E7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21019-C8D1-96A7-DF54-070BF6B80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62BB59-5E24-0032-5B38-285BEA2A3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03132-73D5-2306-8A25-762FA7F68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722AB-7F4C-6329-CC53-2FE922DE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78AC32-08AC-7243-9217-6B7EBE9D9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45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DE68-BD03-1016-E980-5FAA06E5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3CBC6-E4F9-260A-1EFB-9594821FC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791FB-60C3-C03C-6D85-A2F939DB4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316460-2DB4-92B9-DFF7-065B887A4A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DD21A8-830E-3810-40CA-E3BF6359F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2F386-BB76-193C-B958-0BD31B453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B53-DC72-A8A1-9360-C3ACC51CA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937EE-C00A-AE6E-74E0-80FFEA11F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621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2523-18D2-EA6A-2F35-0676F716C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F59B3E-3675-2756-2560-19903AD2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9D96F5-D76F-76AF-FC40-B9E2C3D1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12BDB8-0D16-FFC8-2191-E6373CFF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09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B2C7E0-7597-71DD-16B8-4E45282E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102FC2-E52C-B341-17F0-3D5EF1704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6C674-62B8-88E4-6572-E8B68190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6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8C6D-C38D-9498-6186-D89CCA87D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B41AE-7DA7-86FC-BE88-02BDDF212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37A74-275C-B640-7C2C-834775179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9F7A8-B6CF-6FF8-732D-BEEAEC297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1DC6F-C79D-C436-85AF-919868F9C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B3F64-5C4D-E0C0-B341-3933C12D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413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1497D-A69E-4571-4810-C5B5FC8D8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96DC6D-C387-E72C-CC06-8BA6D9BBA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0111D-311D-D07B-A0AB-8E86D5B9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5FF89-622A-A1FA-F5E5-9390BBBF1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E7950B-61F3-8319-B685-3FBB7E36F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42F74-474A-8D46-BFF3-1B3D180E8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716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A187D-EC23-7AB7-5BFE-FE905863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CB1E21-85CD-900B-30CD-67B1A27C1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D6276-0A7E-7FA5-A81F-85A58FDAE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788C6-68BC-5C91-B858-11DD0EA95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0EC26-2F0E-22F4-BD08-14B7A1C45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37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29A884-76E4-A968-1BD8-091F9A6DC8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40045-7A4B-8BDD-9D0D-CDFDDA4772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AC712-9FED-FA8C-3EA7-1F601ECB8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8264D-1F2E-DFAC-176B-A99B41D7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19D4A-57DD-5193-2FEE-B12B03D8D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4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4C948-9F28-06C7-EF84-721773C35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858328-1A17-EA18-62ED-D8D35D2BC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59CFC-EC3F-B3E2-22E1-32F612DD1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CEB3B-C16B-9C45-B523-16B3EF7FC4E3}" type="datetimeFigureOut">
              <a:rPr lang="en-US" smtClean="0"/>
              <a:t>6/13/24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61191-4E40-6EF2-A194-088758F06C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E2BF6A-D9BB-9819-E7A9-A202DB145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6C740-F078-0848-A668-AB3789EAAA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210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C59D3-91BF-CDD8-14ED-7D9A4B831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Google I/O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0EAAEE-92BA-3DD8-92E7-98AD51DAA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0908" y="3700594"/>
            <a:ext cx="5425781" cy="1655762"/>
          </a:xfrm>
        </p:spPr>
        <p:txBody>
          <a:bodyPr>
            <a:normAutofit/>
          </a:bodyPr>
          <a:lstStyle/>
          <a:p>
            <a:pPr algn="l"/>
            <a:r>
              <a:rPr lang="en-IN"/>
              <a:t>Introducing Gemini in Android Studio</a:t>
            </a:r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2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AC762D-D774-2BCB-0ADC-B51B0312C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6000" dirty="0"/>
              <a:t>What is Gemini?</a:t>
            </a:r>
            <a:endParaRPr lang="en-US" sz="6000" dirty="0"/>
          </a:p>
        </p:txBody>
      </p:sp>
      <p:sp>
        <p:nvSpPr>
          <p:cNvPr id="37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E167B8C6-638C-79A1-606C-EB8C1D479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537875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991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A295E-8C91-F060-D241-BD15ABE77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6522" y="591829"/>
            <a:ext cx="3939688" cy="5583126"/>
          </a:xfrm>
        </p:spPr>
        <p:txBody>
          <a:bodyPr>
            <a:normAutofit/>
          </a:bodyPr>
          <a:lstStyle/>
          <a:p>
            <a:r>
              <a:rPr lang="en-IN" sz="6200" dirty="0"/>
              <a:t>Benefits of Gemini for Android Developers</a:t>
            </a:r>
            <a:endParaRPr lang="en-US" sz="6200" dirty="0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3111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9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91891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17571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38" name="Content Placeholder 2">
            <a:extLst>
              <a:ext uri="{FF2B5EF4-FFF2-40B4-BE49-F238E27FC236}">
                <a16:creationId xmlns:a16="http://schemas.microsoft.com/office/drawing/2014/main" id="{0109470C-12F3-912A-C0CE-071E05FDDC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8455608"/>
              </p:ext>
            </p:extLst>
          </p:nvPr>
        </p:nvGraphicFramePr>
        <p:xfrm>
          <a:off x="5492710" y="671805"/>
          <a:ext cx="5861090" cy="55031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749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9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44BDE5-5AAB-1796-8BF9-753A6A21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 dirty="0"/>
              <a:t>Use Cases for Gemini in Android Studio</a:t>
            </a:r>
            <a:endParaRPr lang="en-US" sz="4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839695B-4BAC-8DC8-ADA4-B29D9DC310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967482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1686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B96E5A-CCE5-BAB1-7EBB-077C69BB7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800" dirty="0"/>
              <a:t>Considerations for Implementing Gemini</a:t>
            </a:r>
            <a:endParaRPr lang="en-US" sz="38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C64EF3-D69A-8345-28EE-4EDB0EE2E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034422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94712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EF99B5-A9BA-9AF4-98D0-B949D366A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Code Generation</a:t>
            </a:r>
            <a:endParaRPr lang="en-US" sz="54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7FB3C1-8873-95C2-2358-8465CAEEC8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743778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6771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AFE74-F17D-50CC-C174-C68979E7C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Code Refactoring</a:t>
            </a:r>
            <a:endParaRPr lang="en-US" sz="5400" dirty="0"/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62E99095-3342-BD43-D7AB-926BA8625E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157495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7481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F8640-6A0E-552D-5046-2B7A4DBAB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3800" dirty="0"/>
              <a:t>Unit Tests and Documentation</a:t>
            </a:r>
            <a:endParaRPr lang="en-US" sz="38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4888B3AB-A687-B1B0-A069-15E76C9186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7673285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9794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004989-5242-C5EF-4AB5-6C6DE0F6F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4600" dirty="0"/>
              <a:t>The Future of Gemini in Android Development</a:t>
            </a:r>
            <a:endParaRPr lang="en-US" sz="4600" dirty="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183EBE-B5FC-C638-14D8-0D676CA931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76977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877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CB07F-BFE8-3F6A-A1F1-30F6A115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/>
              <a:t>AI on Mobile: Unlock the Potential with Local LLMs</a:t>
            </a:r>
            <a:endParaRPr lang="en-US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C2507F-D1A2-4CF0-E013-A570A37111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735684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62576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7387E-435D-7848-9039-95E01E8B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IN" sz="4000"/>
              <a:t>What are Local LLMs?</a:t>
            </a:r>
            <a:endParaRPr lang="en-US" sz="40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BC12E9-7C06-209F-0F4D-E12B0929E4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379106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46496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F6BF70-C7D1-4AF9-8DB4-BEEB8A9C35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778C37-54A9-D7B6-120F-6CC132846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097280"/>
            <a:ext cx="3796306" cy="4666207"/>
          </a:xfrm>
        </p:spPr>
        <p:txBody>
          <a:bodyPr anchor="ctr">
            <a:normAutofit/>
          </a:bodyPr>
          <a:lstStyle/>
          <a:p>
            <a:r>
              <a:rPr lang="en-IN" sz="4800"/>
              <a:t>Benefits of Local LLMs on Mobile Devices</a:t>
            </a:r>
            <a:endParaRPr lang="en-US" sz="48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C66A8B6-1F6E-4FCC-93B9-B9986B6FD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576" y="5945955"/>
            <a:ext cx="12109423" cy="525780"/>
            <a:chOff x="82576" y="5945955"/>
            <a:chExt cx="12109423" cy="52578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F7C4FD-65AD-4BBE-886A-D2E923F94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-103361" y="6131892"/>
              <a:ext cx="524256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A8278B-6DF7-481F-B1FA-FFE7D6C3C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5998176" y="277912"/>
              <a:ext cx="524256" cy="1186339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2F2AD3B-C2E7-1731-ED73-29F30E08E7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7620045"/>
              </p:ext>
            </p:extLst>
          </p:nvPr>
        </p:nvGraphicFramePr>
        <p:xfrm>
          <a:off x="5431536" y="1014153"/>
          <a:ext cx="5918184" cy="4979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25740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4063F-BA7C-6CA8-B8D5-B20ACB4D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Practical Implementation Examples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65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6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7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90BF7-73F5-CE63-A9FC-C173141D1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Autofit/>
          </a:bodyPr>
          <a:lstStyle/>
          <a:p>
            <a:r>
              <a:rPr lang="en-IN" sz="2000" dirty="0"/>
              <a:t>Local LLMs can be integrated into various mobile applications to unlock new possibilities. Here are two examples:</a:t>
            </a:r>
          </a:p>
          <a:p>
            <a:pPr lvl="1"/>
            <a:r>
              <a:rPr lang="en-IN" sz="2000" b="1" dirty="0"/>
              <a:t>Personal Assistant:</a:t>
            </a:r>
            <a:r>
              <a:rPr lang="en-IN" sz="2000" dirty="0"/>
              <a:t> A local LLM can power a personal assistant app that can perform tasks like setting reminders, answering questions, and providing real-time information, even without an internet connection.</a:t>
            </a:r>
          </a:p>
          <a:p>
            <a:pPr lvl="1"/>
            <a:r>
              <a:rPr lang="en-IN" sz="2000" b="1" dirty="0"/>
              <a:t>Language Translation:</a:t>
            </a:r>
            <a:r>
              <a:rPr lang="en-IN" sz="2000" dirty="0"/>
              <a:t> A local LLM can be used to create a mobile language translation app that translates text and speech in real-time, eliminating the need for an internet connection.</a:t>
            </a:r>
          </a:p>
        </p:txBody>
      </p:sp>
      <p:sp>
        <p:nvSpPr>
          <p:cNvPr id="6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9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0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123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AFC10-27CB-7DFA-8B80-724E5747B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/>
              <a:t>Choosing the Right Local LLM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BE539-B624-8428-FB88-C0866515D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200"/>
              <a:t>There are several local LLM options available, each with its strengths and ideal use cases. Here are a few popular choices:</a:t>
            </a:r>
          </a:p>
          <a:p>
            <a:pPr lvl="1"/>
            <a:r>
              <a:rPr lang="en-IN" sz="2200" b="1"/>
              <a:t>GPT-2 Mobile</a:t>
            </a:r>
            <a:r>
              <a:rPr lang="en-IN" sz="2200"/>
              <a:t>: A lightweight version designed for mobile devices, offering good text generation capabilities.</a:t>
            </a:r>
          </a:p>
          <a:p>
            <a:pPr lvl="1"/>
            <a:r>
              <a:rPr lang="en-IN" sz="2200" b="1"/>
              <a:t>ALBERT</a:t>
            </a:r>
            <a:r>
              <a:rPr lang="en-IN" sz="2200"/>
              <a:t>: A smaller and faster variant, well-suited for tasks like text classification and sentiment analysis.</a:t>
            </a:r>
          </a:p>
          <a:p>
            <a:pPr lvl="1"/>
            <a:r>
              <a:rPr lang="en-IN" sz="2200" b="1"/>
              <a:t>DistilBERT</a:t>
            </a:r>
            <a:r>
              <a:rPr lang="en-IN" sz="2200"/>
              <a:t>: A balanced option between performance and resource usage, effective for tasks like language translation and text summarization.</a:t>
            </a:r>
          </a:p>
          <a:p>
            <a:endParaRPr lang="en-US" sz="220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530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1AF41-C8C3-328F-F385-50216DFC6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/>
              <a:t>Installing a Local LLM on Android Devices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06810C-EBCE-3F58-1158-ABEA3A763F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796780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79248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4F6B6A-B31D-C2AB-E466-7EC648FB7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sz="3700"/>
              <a:t>Challenges of Running AI Models on Mobile Devices</a:t>
            </a:r>
            <a:endParaRPr lang="en-US" sz="3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E6F715-C4A1-7DA0-7E81-54D6887504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97818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8485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46671-61BB-61D1-473F-4F5260B5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sz="3100"/>
              <a:t>Efficient Memory Management for Local LLMs on Mobile Devices</a:t>
            </a:r>
            <a:endParaRPr lang="en-US" sz="3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58B4C38-5F81-9126-EBEC-C42C7FDA5A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8160482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57500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DA1F35B-C8F7-4A5A-9339-7DA4D785B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B2D4AD41-40DA-4A81-92F5-B6E3BA1ED8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8175088" y="45795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C9840B-47F1-0C32-6038-A2CDE36F5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Optimization Techniques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2EA254B-1839-C7D0-9672-F5FF2B0D22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53097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89340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3FFAC-DD31-94DB-9D64-E4F186FEF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IN" dirty="0"/>
              <a:t>Additional Considerations</a:t>
            </a:r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E55C0-0782-5FE0-9046-115519308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IN" dirty="0"/>
              <a:t>Model Architecture: Selecting an efficient model architecture specifically designed for mobile devices is crucial.</a:t>
            </a:r>
          </a:p>
          <a:p>
            <a:r>
              <a:rPr lang="en-IN" dirty="0"/>
              <a:t>Offline Performance: Consider techniques for enabling the model to function effectively even without an internet connection.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53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2D5FD-1738-08CA-F754-E8FFCC03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/>
              <a:t>The Future of Local LLMs</a:t>
            </a:r>
            <a:endParaRPr lang="en-US" sz="5400"/>
          </a:p>
        </p:txBody>
      </p:sp>
      <p:sp>
        <p:nvSpPr>
          <p:cNvPr id="2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D7CA5EB4-E51F-6942-6A42-695F02D235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557512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3163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FD281-7A88-64B2-08FE-546D041AE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381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you..!!</a:t>
            </a:r>
          </a:p>
        </p:txBody>
      </p:sp>
      <p:sp>
        <p:nvSpPr>
          <p:cNvPr id="9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87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7368c21-b8cf-42cf-bd0b-43ecd4bc62ae}" enabled="0" method="" siteId="{57368c21-b8cf-42cf-bd0b-43ecd4bc62a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1086</Words>
  <Application>Microsoft Macintosh PowerPoint</Application>
  <PresentationFormat>Widescreen</PresentationFormat>
  <Paragraphs>94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Google I/O</vt:lpstr>
      <vt:lpstr>What is Gemini?</vt:lpstr>
      <vt:lpstr>Benefits of Gemini for Android Developers</vt:lpstr>
      <vt:lpstr>Use Cases for Gemini in Android Studio</vt:lpstr>
      <vt:lpstr>Considerations for Implementing Gemini</vt:lpstr>
      <vt:lpstr>Code Generation</vt:lpstr>
      <vt:lpstr>Code Refactoring</vt:lpstr>
      <vt:lpstr>Unit Tests and Documentation</vt:lpstr>
      <vt:lpstr>The Future of Gemini in Android Development</vt:lpstr>
      <vt:lpstr>AI on Mobile: Unlock the Potential with Local LLMs</vt:lpstr>
      <vt:lpstr>What are Local LLMs?</vt:lpstr>
      <vt:lpstr>Benefits of Local LLMs on Mobile Devices</vt:lpstr>
      <vt:lpstr>Practical Implementation Examples</vt:lpstr>
      <vt:lpstr>Choosing the Right Local LLM</vt:lpstr>
      <vt:lpstr>Installing a Local LLM on Android Devices</vt:lpstr>
      <vt:lpstr>Challenges of Running AI Models on Mobile Devices</vt:lpstr>
      <vt:lpstr>Efficient Memory Management for Local LLMs on Mobile Devices</vt:lpstr>
      <vt:lpstr>Optimization Techniques</vt:lpstr>
      <vt:lpstr>Additional Considerations</vt:lpstr>
      <vt:lpstr>The Future of Local LLMs</vt:lpstr>
      <vt:lpstr>Thank you..!!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M, Hidayathullah (Cognizant)</dc:creator>
  <cp:lastModifiedBy>M, Hidayathullah (Cognizant)</cp:lastModifiedBy>
  <cp:revision>1</cp:revision>
  <dcterms:created xsi:type="dcterms:W3CDTF">2024-06-13T08:02:28Z</dcterms:created>
  <dcterms:modified xsi:type="dcterms:W3CDTF">2024-06-13T10:02:20Z</dcterms:modified>
</cp:coreProperties>
</file>