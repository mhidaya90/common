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D0366A-94AF-A146-B325-72D5DA65312E}" v="5" dt="2024-07-16T15:27:34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2"/>
  </p:normalViewPr>
  <p:slideViewPr>
    <p:cSldViewPr snapToGrid="0">
      <p:cViewPr varScale="1">
        <p:scale>
          <a:sx n="114" d="100"/>
          <a:sy n="114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HULLAH M (CRGL-THIRDPARTY.COM)" userId="96e56d11-4679-4de4-ba1c-663dfd039490" providerId="ADAL" clId="{CCD0366A-94AF-A146-B325-72D5DA65312E}"/>
    <pc:docChg chg="undo custSel addSld modSld">
      <pc:chgData name="HIDAYATHULLAH M (CRGL-THIRDPARTY.COM)" userId="96e56d11-4679-4de4-ba1c-663dfd039490" providerId="ADAL" clId="{CCD0366A-94AF-A146-B325-72D5DA65312E}" dt="2024-07-24T13:40:52.822" v="35" actId="113"/>
      <pc:docMkLst>
        <pc:docMk/>
      </pc:docMkLst>
      <pc:sldChg chg="addSp delSp modSp new mod setBg">
        <pc:chgData name="HIDAYATHULLAH M (CRGL-THIRDPARTY.COM)" userId="96e56d11-4679-4de4-ba1c-663dfd039490" providerId="ADAL" clId="{CCD0366A-94AF-A146-B325-72D5DA65312E}" dt="2024-07-24T13:40:52.822" v="35" actId="113"/>
        <pc:sldMkLst>
          <pc:docMk/>
          <pc:sldMk cId="2716067178" sldId="262"/>
        </pc:sldMkLst>
        <pc:spChg chg="mod">
          <ac:chgData name="HIDAYATHULLAH M (CRGL-THIRDPARTY.COM)" userId="96e56d11-4679-4de4-ba1c-663dfd039490" providerId="ADAL" clId="{CCD0366A-94AF-A146-B325-72D5DA65312E}" dt="2024-07-24T13:40:52.822" v="35" actId="113"/>
          <ac:spMkLst>
            <pc:docMk/>
            <pc:sldMk cId="2716067178" sldId="262"/>
            <ac:spMk id="2" creationId="{E46FE198-E791-57C3-368F-00F77126A73B}"/>
          </ac:spMkLst>
        </pc:spChg>
        <pc:spChg chg="del">
          <ac:chgData name="HIDAYATHULLAH M (CRGL-THIRDPARTY.COM)" userId="96e56d11-4679-4de4-ba1c-663dfd039490" providerId="ADAL" clId="{CCD0366A-94AF-A146-B325-72D5DA65312E}" dt="2024-07-24T13:39:06.712" v="1" actId="478"/>
          <ac:spMkLst>
            <pc:docMk/>
            <pc:sldMk cId="2716067178" sldId="262"/>
            <ac:spMk id="3" creationId="{ED115FF4-26C6-DEE6-3A7B-C264B3634215}"/>
          </ac:spMkLst>
        </pc:spChg>
        <pc:spChg chg="add del">
          <ac:chgData name="HIDAYATHULLAH M (CRGL-THIRDPARTY.COM)" userId="96e56d11-4679-4de4-ba1c-663dfd039490" providerId="ADAL" clId="{CCD0366A-94AF-A146-B325-72D5DA65312E}" dt="2024-07-24T13:40:33.978" v="25" actId="26606"/>
          <ac:spMkLst>
            <pc:docMk/>
            <pc:sldMk cId="2716067178" sldId="262"/>
            <ac:spMk id="7" creationId="{289ED1AA-8684-4D37-B208-8777E1A7780D}"/>
          </ac:spMkLst>
        </pc:spChg>
        <pc:spChg chg="add del">
          <ac:chgData name="HIDAYATHULLAH M (CRGL-THIRDPARTY.COM)" userId="96e56d11-4679-4de4-ba1c-663dfd039490" providerId="ADAL" clId="{CCD0366A-94AF-A146-B325-72D5DA65312E}" dt="2024-07-24T13:40:33.978" v="25" actId="26606"/>
          <ac:spMkLst>
            <pc:docMk/>
            <pc:sldMk cId="2716067178" sldId="262"/>
            <ac:spMk id="9" creationId="{4180E01B-B1F4-437C-807D-1C930718EE64}"/>
          </ac:spMkLst>
        </pc:spChg>
        <pc:spChg chg="add del">
          <ac:chgData name="HIDAYATHULLAH M (CRGL-THIRDPARTY.COM)" userId="96e56d11-4679-4de4-ba1c-663dfd039490" providerId="ADAL" clId="{CCD0366A-94AF-A146-B325-72D5DA65312E}" dt="2024-07-24T13:40:33.978" v="25" actId="26606"/>
          <ac:spMkLst>
            <pc:docMk/>
            <pc:sldMk cId="2716067178" sldId="262"/>
            <ac:spMk id="11" creationId="{41F77738-2AF0-4750-A0C7-F97C2C17590E}"/>
          </ac:spMkLst>
        </pc:spChg>
        <pc:spChg chg="add del">
          <ac:chgData name="HIDAYATHULLAH M (CRGL-THIRDPARTY.COM)" userId="96e56d11-4679-4de4-ba1c-663dfd039490" providerId="ADAL" clId="{CCD0366A-94AF-A146-B325-72D5DA65312E}" dt="2024-07-24T13:40:35.672" v="27" actId="26606"/>
          <ac:spMkLst>
            <pc:docMk/>
            <pc:sldMk cId="2716067178" sldId="262"/>
            <ac:spMk id="13" creationId="{D4E68339-1B90-44F9-BCC4-4600A6E240A2}"/>
          </ac:spMkLst>
        </pc:spChg>
        <pc:spChg chg="add del">
          <ac:chgData name="HIDAYATHULLAH M (CRGL-THIRDPARTY.COM)" userId="96e56d11-4679-4de4-ba1c-663dfd039490" providerId="ADAL" clId="{CCD0366A-94AF-A146-B325-72D5DA65312E}" dt="2024-07-24T13:40:37.518" v="29" actId="26606"/>
          <ac:spMkLst>
            <pc:docMk/>
            <pc:sldMk cId="2716067178" sldId="262"/>
            <ac:spMk id="15" creationId="{A20AF199-99C2-4569-9CAF-24514AE5E82A}"/>
          </ac:spMkLst>
        </pc:spChg>
        <pc:spChg chg="add del">
          <ac:chgData name="HIDAYATHULLAH M (CRGL-THIRDPARTY.COM)" userId="96e56d11-4679-4de4-ba1c-663dfd039490" providerId="ADAL" clId="{CCD0366A-94AF-A146-B325-72D5DA65312E}" dt="2024-07-24T13:40:37.518" v="29" actId="26606"/>
          <ac:spMkLst>
            <pc:docMk/>
            <pc:sldMk cId="2716067178" sldId="262"/>
            <ac:spMk id="16" creationId="{27427488-068E-4B55-AC8D-CD070B8CD46D}"/>
          </ac:spMkLst>
        </pc:spChg>
        <pc:spChg chg="add del">
          <ac:chgData name="HIDAYATHULLAH M (CRGL-THIRDPARTY.COM)" userId="96e56d11-4679-4de4-ba1c-663dfd039490" providerId="ADAL" clId="{CCD0366A-94AF-A146-B325-72D5DA65312E}" dt="2024-07-24T13:40:37.518" v="29" actId="26606"/>
          <ac:spMkLst>
            <pc:docMk/>
            <pc:sldMk cId="2716067178" sldId="262"/>
            <ac:spMk id="19" creationId="{E6A0E474-BC1B-4020-8F1C-5DB17CF64AD3}"/>
          </ac:spMkLst>
        </pc:spChg>
        <pc:spChg chg="add del">
          <ac:chgData name="HIDAYATHULLAH M (CRGL-THIRDPARTY.COM)" userId="96e56d11-4679-4de4-ba1c-663dfd039490" providerId="ADAL" clId="{CCD0366A-94AF-A146-B325-72D5DA65312E}" dt="2024-07-24T13:40:40.763" v="31" actId="26606"/>
          <ac:spMkLst>
            <pc:docMk/>
            <pc:sldMk cId="2716067178" sldId="262"/>
            <ac:spMk id="21" creationId="{AA2A7A76-1A9C-41A3-B260-843B94BDCA85}"/>
          </ac:spMkLst>
        </pc:spChg>
        <pc:spChg chg="add">
          <ac:chgData name="HIDAYATHULLAH M (CRGL-THIRDPARTY.COM)" userId="96e56d11-4679-4de4-ba1c-663dfd039490" providerId="ADAL" clId="{CCD0366A-94AF-A146-B325-72D5DA65312E}" dt="2024-07-24T13:40:40.766" v="32" actId="26606"/>
          <ac:spMkLst>
            <pc:docMk/>
            <pc:sldMk cId="2716067178" sldId="262"/>
            <ac:spMk id="24" creationId="{D4E68339-1B90-44F9-BCC4-4600A6E240A2}"/>
          </ac:spMkLst>
        </pc:spChg>
        <pc:grpChg chg="add del">
          <ac:chgData name="HIDAYATHULLAH M (CRGL-THIRDPARTY.COM)" userId="96e56d11-4679-4de4-ba1c-663dfd039490" providerId="ADAL" clId="{CCD0366A-94AF-A146-B325-72D5DA65312E}" dt="2024-07-24T13:40:37.518" v="29" actId="26606"/>
          <ac:grpSpMkLst>
            <pc:docMk/>
            <pc:sldMk cId="2716067178" sldId="262"/>
            <ac:grpSpMk id="17" creationId="{31460D47-75CD-497D-BC88-FA41997D2E49}"/>
          </ac:grpSpMkLst>
        </pc:grpChg>
        <pc:picChg chg="add del">
          <ac:chgData name="HIDAYATHULLAH M (CRGL-THIRDPARTY.COM)" userId="96e56d11-4679-4de4-ba1c-663dfd039490" providerId="ADAL" clId="{CCD0366A-94AF-A146-B325-72D5DA65312E}" dt="2024-07-24T13:40:35.672" v="27" actId="26606"/>
          <ac:picMkLst>
            <pc:docMk/>
            <pc:sldMk cId="2716067178" sldId="262"/>
            <ac:picMk id="6" creationId="{0406493E-DAE5-8A1F-A79A-74FAD93556B3}"/>
          </ac:picMkLst>
        </pc:picChg>
        <pc:picChg chg="add del">
          <ac:chgData name="HIDAYATHULLAH M (CRGL-THIRDPARTY.COM)" userId="96e56d11-4679-4de4-ba1c-663dfd039490" providerId="ADAL" clId="{CCD0366A-94AF-A146-B325-72D5DA65312E}" dt="2024-07-24T13:40:40.763" v="31" actId="26606"/>
          <ac:picMkLst>
            <pc:docMk/>
            <pc:sldMk cId="2716067178" sldId="262"/>
            <ac:picMk id="22" creationId="{FFAA9210-8A77-ADC5-D053-A51CD195A553}"/>
          </ac:picMkLst>
        </pc:picChg>
        <pc:picChg chg="add">
          <ac:chgData name="HIDAYATHULLAH M (CRGL-THIRDPARTY.COM)" userId="96e56d11-4679-4de4-ba1c-663dfd039490" providerId="ADAL" clId="{CCD0366A-94AF-A146-B325-72D5DA65312E}" dt="2024-07-24T13:40:40.766" v="32" actId="26606"/>
          <ac:picMkLst>
            <pc:docMk/>
            <pc:sldMk cId="2716067178" sldId="262"/>
            <ac:picMk id="25" creationId="{0406493E-DAE5-8A1F-A79A-74FAD93556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0CCD-7C43-97A6-D20D-B5CE9F686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1BE8D-2C58-D58D-CBBD-F1E9A5564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E7175-2890-324B-04D0-6C0C7CE4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7B656-A7B6-40B3-6D13-656645C9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E475E-B712-8912-776A-4323050EA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6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D174-9504-29A1-11C5-0D65FCD7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CD78-8224-F83E-A05D-32A77B1FB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2B862-5F5B-11DB-0256-D626511E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E7EBC-F5C6-746F-F393-21B04013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454F9-17CB-67EA-4B80-C41D5050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6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3A42-B35D-DEE0-0BF2-8DE7BD2D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CA0F4-832F-DE86-C346-E8683D5CA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10BC8-1559-68C4-BEC4-9D25AF766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C4FF3-F177-F9A9-506F-D040CDC9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87705-B5B4-83FF-D7A3-F5496183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56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0C09-3862-25D1-64B8-66D3FC90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F3A9C-7F07-B2F7-401A-05BD1E035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B245C-DB2A-0233-C74D-2F2D61276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06DAC-4CF7-3B80-1427-8771F1A7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8070C-543B-FFAA-1C1C-517A7466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DA9E3-5AC9-F9CE-2D74-5E55F627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00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B7A3-F898-B09D-1367-3B1E0CF2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86EDB-CB10-05D8-983C-3AA1C8B60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FCFB2-0728-3C1F-C7D9-1E4B1252C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96441-4B36-B6DE-50B6-F13FCEBB6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044C6-85F0-E50D-1646-A6BDAAB44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927A2-B991-E7E3-9272-21EE129E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52C45-DDA5-8054-F86F-D302CFEE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EBB4A-B01C-D19C-9C1B-2E904C80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0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E5FB-2232-FABC-8D3F-3A28FBC6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FEFE9-1113-B964-5B96-C2531519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8CE65-6343-6E93-F29E-059BAC34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3786F-E698-F1D0-5D6A-88D5C2A3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1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BA214-FED4-FE1B-A526-F43F19B1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99642-1644-22A1-6E84-8A5113A66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6882E-AD08-2000-8DEB-DEC37251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1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9A03-7219-BCC7-9D55-B927B32C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7AA9-44D6-9382-022E-5146E7DA8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F8EAB-7BF6-5D53-31F4-8EC367F63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926BB-6899-3B13-C7A6-70D505E9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1F8C0-D65B-41A0-5729-5ED4D1FE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FFD23-A388-6717-38B9-20DA2DE1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4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B4079-93D6-0FFB-F740-6CC5DB2D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559D8-1380-94DE-BB4C-2685927CA0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4366-2AD5-767D-525B-9CB3C2DD3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6B97B-BFF1-2B38-B0E3-E77D83B5D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BE6F2-F2BD-96B6-D2E5-6A4887C2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901B2-14F5-0787-EDF2-0968398C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1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5D89-3EEF-CF57-764A-0A4C8929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DBDAC-DBE5-8D24-2AC9-7DDC2F03E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AEBB8-6BCA-A428-6CF5-82ED6842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C05A-50B7-76B7-B7BF-FD127E2E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3E9AC-0AD0-E8AD-016F-AEC98D9B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7D187-F802-F790-6D98-AD5AC97DD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466A3-4DB7-BA46-1659-20E271170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52B1E-2509-3F5C-F8FD-B1991B80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826E0-C175-6B76-6449-685CAFAB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EC7BE-55A5-D708-4970-5912FD8B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6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51797-A30C-D74B-CE1C-4C9F031A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746C2-7DDB-20FC-FB1A-36ED99F90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9DF03-68DE-F511-997E-A79443D43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0818E-44A3-0946-BCF6-6C96E07204D7}" type="datetimeFigureOut">
              <a:rPr lang="en-US" smtClean="0"/>
              <a:t>7/24/24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91389-C805-93DB-ABF7-3748D4758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9413B-7AED-5B0F-C953-ED9C5305C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8E46C-3A08-9F40-8100-4DA53FC1C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2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C77175-7AA2-6702-699D-0E27A2D20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Calibri" panose="020F0502020204030204" pitchFamily="34" charset="0"/>
                <a:cs typeface="Calibri" panose="020F0502020204030204" pitchFamily="34" charset="0"/>
              </a:rPr>
              <a:t>Speed Up Your Development Workflow with Bitrise Parallel Builds</a:t>
            </a:r>
            <a:endParaRPr lang="en-US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picture frame on a table&#10;&#10;Description automatically generated">
            <a:extLst>
              <a:ext uri="{FF2B5EF4-FFF2-40B4-BE49-F238E27FC236}">
                <a16:creationId xmlns:a16="http://schemas.microsoft.com/office/drawing/2014/main" id="{71A0E0C5-63FB-9637-74CA-A0F13A981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4" r="8629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5795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C1FB7-2740-C0A2-6890-60A8D8F0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What are Parallel Builds?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8ED47-5371-21E1-CA66-EB455DD9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Parallel builds allow you to run multiple build workflows simultaneously on different machines. </a:t>
            </a:r>
          </a:p>
          <a:p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This can significantly reduce the overall build time, especially for tasks that can be run independently. </a:t>
            </a:r>
          </a:p>
          <a:p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Bitrise provides a user-friendly interface for configuring and triggering parallel builds.</a:t>
            </a:r>
          </a:p>
          <a:p>
            <a:endParaRPr lang="en-US" sz="2000" dirty="0"/>
          </a:p>
        </p:txBody>
      </p:sp>
      <p:pic>
        <p:nvPicPr>
          <p:cNvPr id="5" name="Picture 4" descr="A computer screens on a desk&#10;&#10;Description automatically generated">
            <a:extLst>
              <a:ext uri="{FF2B5EF4-FFF2-40B4-BE49-F238E27FC236}">
                <a16:creationId xmlns:a16="http://schemas.microsoft.com/office/drawing/2014/main" id="{4381CD82-B15C-DBB8-6170-B2C79FBAB2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8" r="861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2142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47B97-8314-EC2F-21C8-2E2AC4CD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Benefits of Parallel Builds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F8CB1-B64E-DB73-6451-C92E25800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Reduced Build Times: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The primary advantage is the substantial decrease in overall build duration.</a:t>
            </a: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Improved Development Efficiency: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Faster builds translate to quicker feedback loops and faster development cycles.</a:t>
            </a: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Increased Scalability: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You can easily scale your builds by adding more machines to handle larger projects or higher build volumes.</a:t>
            </a: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Cost Optimization: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By optimizing build times, you can potentially reduce your cloud infrastructure costs associated with Bitrise.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fence on a hill&#10;&#10;Description automatically generated">
            <a:extLst>
              <a:ext uri="{FF2B5EF4-FFF2-40B4-BE49-F238E27FC236}">
                <a16:creationId xmlns:a16="http://schemas.microsoft.com/office/drawing/2014/main" id="{C492CBD7-AA5C-90F3-4FE8-ABB1E1DD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0392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99210-4AB8-F4EC-D8D3-0909FD96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Setting Up Parallel Builds in Bitrise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0DD46-41B6-59B3-1C99-8372E725D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There are two workflows involved in setting up parallel builds:</a:t>
            </a:r>
          </a:p>
          <a:p>
            <a:pPr lvl="1"/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 Trigger Workflow: This workflow initiates the parallel builds.</a:t>
            </a:r>
          </a:p>
          <a:p>
            <a:pPr lvl="1"/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Building Workflow: This workflow contains the actual build steps that will be run in parallel.</a:t>
            </a:r>
          </a:p>
          <a:p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The Trigger Workflow uses the "Bitrise Start Build" step to launch the Building Workflow on multiple machines.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omputer screens on a desk&#10;&#10;Description automatically generated">
            <a:extLst>
              <a:ext uri="{FF2B5EF4-FFF2-40B4-BE49-F238E27FC236}">
                <a16:creationId xmlns:a16="http://schemas.microsoft.com/office/drawing/2014/main" id="{1AF335F2-58A0-4CD0-2077-F5301A753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8" r="861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20200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B7DDD-EB31-DD9E-50A7-ABCA7CD3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Configuring the Building Workflow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74AF4-0135-3095-72E1-EE2566258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The Building Workflow should only include steps that can be run independently on different machines.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Steps like code cloning, dependency caching, and environment setup can often be run in parallel.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Avoid including steps that require specific hardware or software configurations, as these might not be available on all machines.</a:t>
            </a:r>
          </a:p>
        </p:txBody>
      </p:sp>
      <p:pic>
        <p:nvPicPr>
          <p:cNvPr id="5" name="Picture 4" descr="A picture frame on a table&#10;&#10;Description automatically generated">
            <a:extLst>
              <a:ext uri="{FF2B5EF4-FFF2-40B4-BE49-F238E27FC236}">
                <a16:creationId xmlns:a16="http://schemas.microsoft.com/office/drawing/2014/main" id="{DD4D9DFC-4D83-87F6-7B7C-D88A44C4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4" r="8629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1719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F47F1-D129-4F30-EEC5-B7C464B5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Triggering Parallel Builds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59C72-A181-154B-D794-91AAAD21C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You can trigger parallel builds manually or through automation.</a:t>
            </a:r>
          </a:p>
          <a:p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Bitrise integrates with various CI/CD tools like GitLab or Bitbucket, allowing you to trigger parallel builds upon code commits or pushes. </a:t>
            </a:r>
          </a:p>
          <a:p>
            <a:r>
              <a:rPr lang="en-IN" sz="2000">
                <a:latin typeface="Calibri" panose="020F0502020204030204" pitchFamily="34" charset="0"/>
                <a:cs typeface="Calibri" panose="020F0502020204030204" pitchFamily="34" charset="0"/>
              </a:rPr>
              <a:t>This enables automatic and efficient build execution whenever changes are introduced to your codebase.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fence on a hill&#10;&#10;Description automatically generated">
            <a:extLst>
              <a:ext uri="{FF2B5EF4-FFF2-40B4-BE49-F238E27FC236}">
                <a16:creationId xmlns:a16="http://schemas.microsoft.com/office/drawing/2014/main" id="{F50CE598-4CC8-488E-88AF-FF043AB8A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524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4E68339-1B90-44F9-BCC4-4600A6E24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FE198-E791-57C3-368F-00F77126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712" y="2400475"/>
            <a:ext cx="9142288" cy="20682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kern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you..!!! </a:t>
            </a:r>
            <a:r>
              <a:rPr lang="en-US" sz="6600" b="1" kern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</a:t>
            </a:r>
            <a:endParaRPr lang="en-US" sz="66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Graphic 24" descr="Handshake">
            <a:extLst>
              <a:ext uri="{FF2B5EF4-FFF2-40B4-BE49-F238E27FC236}">
                <a16:creationId xmlns:a16="http://schemas.microsoft.com/office/drawing/2014/main" id="{0406493E-DAE5-8A1F-A79A-74FAD9355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8070" y="1133637"/>
            <a:ext cx="1075860" cy="10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67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368c21-b8cf-42cf-bd0b-43ecd4bc62ae}" enabled="0" method="" siteId="{57368c21-b8cf-42cf-bd0b-43ecd4bc62a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317</Words>
  <Application>Microsoft Macintosh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Speed Up Your Development Workflow with Bitrise Parallel Builds</vt:lpstr>
      <vt:lpstr>What are Parallel Builds?</vt:lpstr>
      <vt:lpstr>Benefits of Parallel Builds</vt:lpstr>
      <vt:lpstr>Setting Up Parallel Builds in Bitrise</vt:lpstr>
      <vt:lpstr>Configuring the Building Workflow</vt:lpstr>
      <vt:lpstr>Triggering Parallel Builds</vt:lpstr>
      <vt:lpstr>Thank you..!!!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M, Hidayathullah (Cognizant)</dc:creator>
  <cp:lastModifiedBy>M, Hidayathullah (Cognizant)</cp:lastModifiedBy>
  <cp:revision>1</cp:revision>
  <dcterms:created xsi:type="dcterms:W3CDTF">2024-07-16T15:12:56Z</dcterms:created>
  <dcterms:modified xsi:type="dcterms:W3CDTF">2024-07-24T13:40:54Z</dcterms:modified>
</cp:coreProperties>
</file>