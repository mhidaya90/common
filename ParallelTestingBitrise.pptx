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92"/>
  </p:normalViewPr>
  <p:slideViewPr>
    <p:cSldViewPr snapToGrid="0">
      <p:cViewPr varScale="1">
        <p:scale>
          <a:sx n="96" d="100"/>
          <a:sy n="96" d="100"/>
        </p:scale>
        <p:origin x="20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DAYATHULLAH M (CRGL-THIRDPARTY.COM)" userId="96e56d11-4679-4de4-ba1c-663dfd039490" providerId="ADAL" clId="{398AA8E7-48FE-654A-BB57-742F1952585C}"/>
    <pc:docChg chg="custSel addSld modSld">
      <pc:chgData name="HIDAYATHULLAH M (CRGL-THIRDPARTY.COM)" userId="96e56d11-4679-4de4-ba1c-663dfd039490" providerId="ADAL" clId="{398AA8E7-48FE-654A-BB57-742F1952585C}" dt="2024-08-21T13:34:59.771" v="28" actId="478"/>
      <pc:docMkLst>
        <pc:docMk/>
      </pc:docMkLst>
      <pc:sldChg chg="addSp delSp modSp new mod setBg addAnim delAnim">
        <pc:chgData name="HIDAYATHULLAH M (CRGL-THIRDPARTY.COM)" userId="96e56d11-4679-4de4-ba1c-663dfd039490" providerId="ADAL" clId="{398AA8E7-48FE-654A-BB57-742F1952585C}" dt="2024-08-21T13:34:59.771" v="28" actId="478"/>
        <pc:sldMkLst>
          <pc:docMk/>
          <pc:sldMk cId="939748422" sldId="262"/>
        </pc:sldMkLst>
        <pc:spChg chg="mod">
          <ac:chgData name="HIDAYATHULLAH M (CRGL-THIRDPARTY.COM)" userId="96e56d11-4679-4de4-ba1c-663dfd039490" providerId="ADAL" clId="{398AA8E7-48FE-654A-BB57-742F1952585C}" dt="2024-08-21T13:34:45.962" v="25" actId="26606"/>
          <ac:spMkLst>
            <pc:docMk/>
            <pc:sldMk cId="939748422" sldId="262"/>
            <ac:spMk id="2" creationId="{44DF01BA-8708-DEA0-6B2C-B6C342018A28}"/>
          </ac:spMkLst>
        </pc:spChg>
        <pc:spChg chg="del">
          <ac:chgData name="HIDAYATHULLAH M (CRGL-THIRDPARTY.COM)" userId="96e56d11-4679-4de4-ba1c-663dfd039490" providerId="ADAL" clId="{398AA8E7-48FE-654A-BB57-742F1952585C}" dt="2024-08-21T13:34:31.110" v="1" actId="478"/>
          <ac:spMkLst>
            <pc:docMk/>
            <pc:sldMk cId="939748422" sldId="262"/>
            <ac:spMk id="3" creationId="{0DE96327-5868-8B4B-070C-F47669897E6F}"/>
          </ac:spMkLst>
        </pc:spChg>
        <pc:spChg chg="add">
          <ac:chgData name="HIDAYATHULLAH M (CRGL-THIRDPARTY.COM)" userId="96e56d11-4679-4de4-ba1c-663dfd039490" providerId="ADAL" clId="{398AA8E7-48FE-654A-BB57-742F1952585C}" dt="2024-08-21T13:34:45.962" v="25" actId="26606"/>
          <ac:spMkLst>
            <pc:docMk/>
            <pc:sldMk cId="939748422" sldId="262"/>
            <ac:spMk id="9" creationId="{A3363022-C969-41E9-8EB2-E4C94908C1FA}"/>
          </ac:spMkLst>
        </pc:spChg>
        <pc:spChg chg="add">
          <ac:chgData name="HIDAYATHULLAH M (CRGL-THIRDPARTY.COM)" userId="96e56d11-4679-4de4-ba1c-663dfd039490" providerId="ADAL" clId="{398AA8E7-48FE-654A-BB57-742F1952585C}" dt="2024-08-21T13:34:45.962" v="25" actId="26606"/>
          <ac:spMkLst>
            <pc:docMk/>
            <pc:sldMk cId="939748422" sldId="262"/>
            <ac:spMk id="11" creationId="{8D1AD6B3-BE88-4CEB-BA17-790657CC4729}"/>
          </ac:spMkLst>
        </pc:spChg>
        <pc:grpChg chg="add">
          <ac:chgData name="HIDAYATHULLAH M (CRGL-THIRDPARTY.COM)" userId="96e56d11-4679-4de4-ba1c-663dfd039490" providerId="ADAL" clId="{398AA8E7-48FE-654A-BB57-742F1952585C}" dt="2024-08-21T13:34:45.962" v="25" actId="26606"/>
          <ac:grpSpMkLst>
            <pc:docMk/>
            <pc:sldMk cId="939748422" sldId="262"/>
            <ac:grpSpMk id="13" creationId="{89D1390B-7E13-4B4F-9CB2-391063412E54}"/>
          </ac:grpSpMkLst>
        </pc:grpChg>
        <pc:picChg chg="add del">
          <ac:chgData name="HIDAYATHULLAH M (CRGL-THIRDPARTY.COM)" userId="96e56d11-4679-4de4-ba1c-663dfd039490" providerId="ADAL" clId="{398AA8E7-48FE-654A-BB57-742F1952585C}" dt="2024-08-21T13:34:59.771" v="28" actId="478"/>
          <ac:picMkLst>
            <pc:docMk/>
            <pc:sldMk cId="939748422" sldId="262"/>
            <ac:picMk id="6" creationId="{764B3002-5CD6-2D09-64E8-87430A83CD44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F2D42E-8679-48F6-B052-C975C0CD87E0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3865A81-6FDA-41A6-A1CD-216C4DD7DC12}">
      <dgm:prSet/>
      <dgm:spPr/>
      <dgm:t>
        <a:bodyPr/>
        <a:lstStyle/>
        <a:p>
          <a:r>
            <a:rPr lang="en-IN" b="1"/>
            <a:t>Optimize test cases:</a:t>
          </a:r>
          <a:r>
            <a:rPr lang="en-IN"/>
            <a:t> Ensure test cases are independent and can run in isolation.</a:t>
          </a:r>
          <a:endParaRPr lang="en-US"/>
        </a:p>
      </dgm:t>
    </dgm:pt>
    <dgm:pt modelId="{AC4604E2-4A90-4A05-ABBA-A552D38AAF86}" type="parTrans" cxnId="{76CBCA72-981A-40B8-A047-09919D4801DA}">
      <dgm:prSet/>
      <dgm:spPr/>
      <dgm:t>
        <a:bodyPr/>
        <a:lstStyle/>
        <a:p>
          <a:endParaRPr lang="en-US"/>
        </a:p>
      </dgm:t>
    </dgm:pt>
    <dgm:pt modelId="{D7B23048-144F-4790-AFE9-A8F5C6A8CEC6}" type="sibTrans" cxnId="{76CBCA72-981A-40B8-A047-09919D4801D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858947FE-D402-4DB0-883A-1CAA6E8DCE9C}">
      <dgm:prSet/>
      <dgm:spPr/>
      <dgm:t>
        <a:bodyPr/>
        <a:lstStyle/>
        <a:p>
          <a:r>
            <a:rPr lang="en-IN" b="1"/>
            <a:t>Manage test data:</a:t>
          </a:r>
          <a:r>
            <a:rPr lang="en-IN"/>
            <a:t> Provide appropriate test data for each parallel execution.</a:t>
          </a:r>
          <a:endParaRPr lang="en-US"/>
        </a:p>
      </dgm:t>
    </dgm:pt>
    <dgm:pt modelId="{56B456BC-0619-48CD-B672-DE27F2BDFC10}" type="parTrans" cxnId="{B0480863-DA15-4077-A5A0-6816E58CD8B9}">
      <dgm:prSet/>
      <dgm:spPr/>
      <dgm:t>
        <a:bodyPr/>
        <a:lstStyle/>
        <a:p>
          <a:endParaRPr lang="en-US"/>
        </a:p>
      </dgm:t>
    </dgm:pt>
    <dgm:pt modelId="{B2C98262-F63D-4C2B-92F6-E7C0DCC34DC1}" type="sibTrans" cxnId="{B0480863-DA15-4077-A5A0-6816E58CD8B9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EFA7C6A2-3998-44BA-8157-D617780604FD}">
      <dgm:prSet/>
      <dgm:spPr/>
      <dgm:t>
        <a:bodyPr/>
        <a:lstStyle/>
        <a:p>
          <a:r>
            <a:rPr lang="en-IN" b="1"/>
            <a:t>Monitor test results:</a:t>
          </a:r>
          <a:r>
            <a:rPr lang="en-IN"/>
            <a:t> Track test execution and identify potential issues.</a:t>
          </a:r>
          <a:endParaRPr lang="en-US"/>
        </a:p>
      </dgm:t>
    </dgm:pt>
    <dgm:pt modelId="{80E9450A-FD3D-4C90-9FDA-A8260CF8349A}" type="parTrans" cxnId="{892579D2-A85B-4423-A15C-BD447F172ED7}">
      <dgm:prSet/>
      <dgm:spPr/>
      <dgm:t>
        <a:bodyPr/>
        <a:lstStyle/>
        <a:p>
          <a:endParaRPr lang="en-US"/>
        </a:p>
      </dgm:t>
    </dgm:pt>
    <dgm:pt modelId="{CA132DFF-17D6-4D7B-95A6-76BF4622D836}" type="sibTrans" cxnId="{892579D2-A85B-4423-A15C-BD447F172ED7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7AEE68F7-5CDF-4396-BEDE-A0B3F01C5DA4}">
      <dgm:prSet/>
      <dgm:spPr/>
      <dgm:t>
        <a:bodyPr/>
        <a:lstStyle/>
        <a:p>
          <a:r>
            <a:rPr lang="en-IN" b="1"/>
            <a:t>Iterate and refine:</a:t>
          </a:r>
          <a:r>
            <a:rPr lang="en-IN"/>
            <a:t> Continuously improve your parallel testing setup.</a:t>
          </a:r>
          <a:endParaRPr lang="en-US"/>
        </a:p>
      </dgm:t>
    </dgm:pt>
    <dgm:pt modelId="{843256F6-C960-43D1-B48A-E40E8366E9F3}" type="parTrans" cxnId="{E8A78190-C5F8-4C99-9EFE-AB6E08E3F1A1}">
      <dgm:prSet/>
      <dgm:spPr/>
      <dgm:t>
        <a:bodyPr/>
        <a:lstStyle/>
        <a:p>
          <a:endParaRPr lang="en-US"/>
        </a:p>
      </dgm:t>
    </dgm:pt>
    <dgm:pt modelId="{9258F4D4-06B9-4DED-A9AA-37B8E799D57C}" type="sibTrans" cxnId="{E8A78190-C5F8-4C99-9EFE-AB6E08E3F1A1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1D95CE66-00A5-D04C-BEC5-DB8E7341DD50}" type="pres">
      <dgm:prSet presAssocID="{66F2D42E-8679-48F6-B052-C975C0CD87E0}" presName="Name0" presStyleCnt="0">
        <dgm:presLayoutVars>
          <dgm:animLvl val="lvl"/>
          <dgm:resizeHandles val="exact"/>
        </dgm:presLayoutVars>
      </dgm:prSet>
      <dgm:spPr/>
    </dgm:pt>
    <dgm:pt modelId="{9F9658D2-BC6B-2147-964E-C679E632E793}" type="pres">
      <dgm:prSet presAssocID="{03865A81-6FDA-41A6-A1CD-216C4DD7DC12}" presName="compositeNode" presStyleCnt="0">
        <dgm:presLayoutVars>
          <dgm:bulletEnabled val="1"/>
        </dgm:presLayoutVars>
      </dgm:prSet>
      <dgm:spPr/>
    </dgm:pt>
    <dgm:pt modelId="{0F071ADF-A366-E745-AC25-75F960BE0E91}" type="pres">
      <dgm:prSet presAssocID="{03865A81-6FDA-41A6-A1CD-216C4DD7DC12}" presName="bgRect" presStyleLbl="bgAccFollowNode1" presStyleIdx="0" presStyleCnt="4"/>
      <dgm:spPr/>
    </dgm:pt>
    <dgm:pt modelId="{F97A39B5-82F7-BA4E-925D-F66720D8154E}" type="pres">
      <dgm:prSet presAssocID="{D7B23048-144F-4790-AFE9-A8F5C6A8CEC6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F21A7D50-5C6C-3746-8189-FC7A0B813C16}" type="pres">
      <dgm:prSet presAssocID="{03865A81-6FDA-41A6-A1CD-216C4DD7DC12}" presName="bottomLine" presStyleLbl="alignNode1" presStyleIdx="1" presStyleCnt="8">
        <dgm:presLayoutVars/>
      </dgm:prSet>
      <dgm:spPr/>
    </dgm:pt>
    <dgm:pt modelId="{88F5772C-315E-1348-B104-DBB17506E032}" type="pres">
      <dgm:prSet presAssocID="{03865A81-6FDA-41A6-A1CD-216C4DD7DC12}" presName="nodeText" presStyleLbl="bgAccFollowNode1" presStyleIdx="0" presStyleCnt="4">
        <dgm:presLayoutVars>
          <dgm:bulletEnabled val="1"/>
        </dgm:presLayoutVars>
      </dgm:prSet>
      <dgm:spPr/>
    </dgm:pt>
    <dgm:pt modelId="{E2E887D0-80F0-6847-A4A7-F18E045A988B}" type="pres">
      <dgm:prSet presAssocID="{D7B23048-144F-4790-AFE9-A8F5C6A8CEC6}" presName="sibTrans" presStyleCnt="0"/>
      <dgm:spPr/>
    </dgm:pt>
    <dgm:pt modelId="{8017FF21-B5DD-DD47-B97C-E68259C36DA8}" type="pres">
      <dgm:prSet presAssocID="{858947FE-D402-4DB0-883A-1CAA6E8DCE9C}" presName="compositeNode" presStyleCnt="0">
        <dgm:presLayoutVars>
          <dgm:bulletEnabled val="1"/>
        </dgm:presLayoutVars>
      </dgm:prSet>
      <dgm:spPr/>
    </dgm:pt>
    <dgm:pt modelId="{0EFD908C-DA45-8143-8F56-AC4A9336C0CB}" type="pres">
      <dgm:prSet presAssocID="{858947FE-D402-4DB0-883A-1CAA6E8DCE9C}" presName="bgRect" presStyleLbl="bgAccFollowNode1" presStyleIdx="1" presStyleCnt="4"/>
      <dgm:spPr/>
    </dgm:pt>
    <dgm:pt modelId="{C33776A1-3C69-CA4B-BA46-BCE7313B34CD}" type="pres">
      <dgm:prSet presAssocID="{B2C98262-F63D-4C2B-92F6-E7C0DCC34DC1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995B1895-D093-1841-9D5A-563751EA89FA}" type="pres">
      <dgm:prSet presAssocID="{858947FE-D402-4DB0-883A-1CAA6E8DCE9C}" presName="bottomLine" presStyleLbl="alignNode1" presStyleIdx="3" presStyleCnt="8">
        <dgm:presLayoutVars/>
      </dgm:prSet>
      <dgm:spPr/>
    </dgm:pt>
    <dgm:pt modelId="{FD822307-862C-CA4D-958A-9DE0ECC6721B}" type="pres">
      <dgm:prSet presAssocID="{858947FE-D402-4DB0-883A-1CAA6E8DCE9C}" presName="nodeText" presStyleLbl="bgAccFollowNode1" presStyleIdx="1" presStyleCnt="4">
        <dgm:presLayoutVars>
          <dgm:bulletEnabled val="1"/>
        </dgm:presLayoutVars>
      </dgm:prSet>
      <dgm:spPr/>
    </dgm:pt>
    <dgm:pt modelId="{348BA726-D749-564C-9284-BF3D7E3D8A25}" type="pres">
      <dgm:prSet presAssocID="{B2C98262-F63D-4C2B-92F6-E7C0DCC34DC1}" presName="sibTrans" presStyleCnt="0"/>
      <dgm:spPr/>
    </dgm:pt>
    <dgm:pt modelId="{62D0868C-F43E-CD42-BEB4-E73A5A3F7CC7}" type="pres">
      <dgm:prSet presAssocID="{EFA7C6A2-3998-44BA-8157-D617780604FD}" presName="compositeNode" presStyleCnt="0">
        <dgm:presLayoutVars>
          <dgm:bulletEnabled val="1"/>
        </dgm:presLayoutVars>
      </dgm:prSet>
      <dgm:spPr/>
    </dgm:pt>
    <dgm:pt modelId="{16037839-0850-2C47-9154-ECC944693D91}" type="pres">
      <dgm:prSet presAssocID="{EFA7C6A2-3998-44BA-8157-D617780604FD}" presName="bgRect" presStyleLbl="bgAccFollowNode1" presStyleIdx="2" presStyleCnt="4"/>
      <dgm:spPr/>
    </dgm:pt>
    <dgm:pt modelId="{49B84BEC-656F-684F-B1C6-DA68BA98FCBE}" type="pres">
      <dgm:prSet presAssocID="{CA132DFF-17D6-4D7B-95A6-76BF4622D836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69A6B6DA-B3C9-784A-ADDB-C6005D963CD6}" type="pres">
      <dgm:prSet presAssocID="{EFA7C6A2-3998-44BA-8157-D617780604FD}" presName="bottomLine" presStyleLbl="alignNode1" presStyleIdx="5" presStyleCnt="8">
        <dgm:presLayoutVars/>
      </dgm:prSet>
      <dgm:spPr/>
    </dgm:pt>
    <dgm:pt modelId="{485A71AA-C2FA-8440-916A-5690FEC1D93E}" type="pres">
      <dgm:prSet presAssocID="{EFA7C6A2-3998-44BA-8157-D617780604FD}" presName="nodeText" presStyleLbl="bgAccFollowNode1" presStyleIdx="2" presStyleCnt="4">
        <dgm:presLayoutVars>
          <dgm:bulletEnabled val="1"/>
        </dgm:presLayoutVars>
      </dgm:prSet>
      <dgm:spPr/>
    </dgm:pt>
    <dgm:pt modelId="{612B6057-2A4E-9342-8D04-9E6525AA8F12}" type="pres">
      <dgm:prSet presAssocID="{CA132DFF-17D6-4D7B-95A6-76BF4622D836}" presName="sibTrans" presStyleCnt="0"/>
      <dgm:spPr/>
    </dgm:pt>
    <dgm:pt modelId="{3498AB36-C89B-7B45-BCA6-262E4B4CFA83}" type="pres">
      <dgm:prSet presAssocID="{7AEE68F7-5CDF-4396-BEDE-A0B3F01C5DA4}" presName="compositeNode" presStyleCnt="0">
        <dgm:presLayoutVars>
          <dgm:bulletEnabled val="1"/>
        </dgm:presLayoutVars>
      </dgm:prSet>
      <dgm:spPr/>
    </dgm:pt>
    <dgm:pt modelId="{29C0753E-574A-EC48-BB2D-AB08A7DD87D2}" type="pres">
      <dgm:prSet presAssocID="{7AEE68F7-5CDF-4396-BEDE-A0B3F01C5DA4}" presName="bgRect" presStyleLbl="bgAccFollowNode1" presStyleIdx="3" presStyleCnt="4"/>
      <dgm:spPr/>
    </dgm:pt>
    <dgm:pt modelId="{5A32BABB-D5A6-D141-9AC3-150EA90B2546}" type="pres">
      <dgm:prSet presAssocID="{9258F4D4-06B9-4DED-A9AA-37B8E799D57C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BAD7B484-F7BC-D440-AFB7-EE002692CA41}" type="pres">
      <dgm:prSet presAssocID="{7AEE68F7-5CDF-4396-BEDE-A0B3F01C5DA4}" presName="bottomLine" presStyleLbl="alignNode1" presStyleIdx="7" presStyleCnt="8">
        <dgm:presLayoutVars/>
      </dgm:prSet>
      <dgm:spPr/>
    </dgm:pt>
    <dgm:pt modelId="{9E7DBA61-3F96-F245-AAE2-85690B966A8F}" type="pres">
      <dgm:prSet presAssocID="{7AEE68F7-5CDF-4396-BEDE-A0B3F01C5DA4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A808AC53-008A-3C40-B45C-51FBEA092AE2}" type="presOf" srcId="{66F2D42E-8679-48F6-B052-C975C0CD87E0}" destId="{1D95CE66-00A5-D04C-BEC5-DB8E7341DD50}" srcOrd="0" destOrd="0" presId="urn:microsoft.com/office/officeart/2016/7/layout/BasicLinearProcessNumbered"/>
    <dgm:cxn modelId="{BC03065D-68A0-A349-AA2C-1A92A50BE05E}" type="presOf" srcId="{EFA7C6A2-3998-44BA-8157-D617780604FD}" destId="{485A71AA-C2FA-8440-916A-5690FEC1D93E}" srcOrd="1" destOrd="0" presId="urn:microsoft.com/office/officeart/2016/7/layout/BasicLinearProcessNumbered"/>
    <dgm:cxn modelId="{B0480863-DA15-4077-A5A0-6816E58CD8B9}" srcId="{66F2D42E-8679-48F6-B052-C975C0CD87E0}" destId="{858947FE-D402-4DB0-883A-1CAA6E8DCE9C}" srcOrd="1" destOrd="0" parTransId="{56B456BC-0619-48CD-B672-DE27F2BDFC10}" sibTransId="{B2C98262-F63D-4C2B-92F6-E7C0DCC34DC1}"/>
    <dgm:cxn modelId="{76CBCA72-981A-40B8-A047-09919D4801DA}" srcId="{66F2D42E-8679-48F6-B052-C975C0CD87E0}" destId="{03865A81-6FDA-41A6-A1CD-216C4DD7DC12}" srcOrd="0" destOrd="0" parTransId="{AC4604E2-4A90-4A05-ABBA-A552D38AAF86}" sibTransId="{D7B23048-144F-4790-AFE9-A8F5C6A8CEC6}"/>
    <dgm:cxn modelId="{1BC90679-1D71-5B47-B6FA-CA8CFA056CDF}" type="presOf" srcId="{7AEE68F7-5CDF-4396-BEDE-A0B3F01C5DA4}" destId="{29C0753E-574A-EC48-BB2D-AB08A7DD87D2}" srcOrd="0" destOrd="0" presId="urn:microsoft.com/office/officeart/2016/7/layout/BasicLinearProcessNumbered"/>
    <dgm:cxn modelId="{603EBE83-84D6-BD45-A36B-B94B45F67D65}" type="presOf" srcId="{EFA7C6A2-3998-44BA-8157-D617780604FD}" destId="{16037839-0850-2C47-9154-ECC944693D91}" srcOrd="0" destOrd="0" presId="urn:microsoft.com/office/officeart/2016/7/layout/BasicLinearProcessNumbered"/>
    <dgm:cxn modelId="{E8A78190-C5F8-4C99-9EFE-AB6E08E3F1A1}" srcId="{66F2D42E-8679-48F6-B052-C975C0CD87E0}" destId="{7AEE68F7-5CDF-4396-BEDE-A0B3F01C5DA4}" srcOrd="3" destOrd="0" parTransId="{843256F6-C960-43D1-B48A-E40E8366E9F3}" sibTransId="{9258F4D4-06B9-4DED-A9AA-37B8E799D57C}"/>
    <dgm:cxn modelId="{9BBB61A7-210D-7643-AD59-FE118588B46E}" type="presOf" srcId="{9258F4D4-06B9-4DED-A9AA-37B8E799D57C}" destId="{5A32BABB-D5A6-D141-9AC3-150EA90B2546}" srcOrd="0" destOrd="0" presId="urn:microsoft.com/office/officeart/2016/7/layout/BasicLinearProcessNumbered"/>
    <dgm:cxn modelId="{7F37C2BB-2401-504B-B640-08FF692EB3FF}" type="presOf" srcId="{858947FE-D402-4DB0-883A-1CAA6E8DCE9C}" destId="{FD822307-862C-CA4D-958A-9DE0ECC6721B}" srcOrd="1" destOrd="0" presId="urn:microsoft.com/office/officeart/2016/7/layout/BasicLinearProcessNumbered"/>
    <dgm:cxn modelId="{33E7F8C6-9B99-3847-BBF7-5E5AA7FEB3A3}" type="presOf" srcId="{CA132DFF-17D6-4D7B-95A6-76BF4622D836}" destId="{49B84BEC-656F-684F-B1C6-DA68BA98FCBE}" srcOrd="0" destOrd="0" presId="urn:microsoft.com/office/officeart/2016/7/layout/BasicLinearProcessNumbered"/>
    <dgm:cxn modelId="{F97DDBC9-B521-874E-9A7E-B4B9B4ED5612}" type="presOf" srcId="{7AEE68F7-5CDF-4396-BEDE-A0B3F01C5DA4}" destId="{9E7DBA61-3F96-F245-AAE2-85690B966A8F}" srcOrd="1" destOrd="0" presId="urn:microsoft.com/office/officeart/2016/7/layout/BasicLinearProcessNumbered"/>
    <dgm:cxn modelId="{892579D2-A85B-4423-A15C-BD447F172ED7}" srcId="{66F2D42E-8679-48F6-B052-C975C0CD87E0}" destId="{EFA7C6A2-3998-44BA-8157-D617780604FD}" srcOrd="2" destOrd="0" parTransId="{80E9450A-FD3D-4C90-9FDA-A8260CF8349A}" sibTransId="{CA132DFF-17D6-4D7B-95A6-76BF4622D836}"/>
    <dgm:cxn modelId="{935ACCD9-E671-D04B-84B1-0A8333C9E6C4}" type="presOf" srcId="{B2C98262-F63D-4C2B-92F6-E7C0DCC34DC1}" destId="{C33776A1-3C69-CA4B-BA46-BCE7313B34CD}" srcOrd="0" destOrd="0" presId="urn:microsoft.com/office/officeart/2016/7/layout/BasicLinearProcessNumbered"/>
    <dgm:cxn modelId="{E297B0DE-C876-AB46-9866-57261429FF8A}" type="presOf" srcId="{D7B23048-144F-4790-AFE9-A8F5C6A8CEC6}" destId="{F97A39B5-82F7-BA4E-925D-F66720D8154E}" srcOrd="0" destOrd="0" presId="urn:microsoft.com/office/officeart/2016/7/layout/BasicLinearProcessNumbered"/>
    <dgm:cxn modelId="{6AEA80E4-E050-DA49-93A5-EC73BE2CEE48}" type="presOf" srcId="{858947FE-D402-4DB0-883A-1CAA6E8DCE9C}" destId="{0EFD908C-DA45-8143-8F56-AC4A9336C0CB}" srcOrd="0" destOrd="0" presId="urn:microsoft.com/office/officeart/2016/7/layout/BasicLinearProcessNumbered"/>
    <dgm:cxn modelId="{BC8E13EA-E469-494B-B5C9-3D0BE3979F00}" type="presOf" srcId="{03865A81-6FDA-41A6-A1CD-216C4DD7DC12}" destId="{0F071ADF-A366-E745-AC25-75F960BE0E91}" srcOrd="0" destOrd="0" presId="urn:microsoft.com/office/officeart/2016/7/layout/BasicLinearProcessNumbered"/>
    <dgm:cxn modelId="{B80C27F4-FC51-6F49-B12F-9936698DABD5}" type="presOf" srcId="{03865A81-6FDA-41A6-A1CD-216C4DD7DC12}" destId="{88F5772C-315E-1348-B104-DBB17506E032}" srcOrd="1" destOrd="0" presId="urn:microsoft.com/office/officeart/2016/7/layout/BasicLinearProcessNumbered"/>
    <dgm:cxn modelId="{913A959E-24C1-A14E-A92F-0D10AE3C3DF1}" type="presParOf" srcId="{1D95CE66-00A5-D04C-BEC5-DB8E7341DD50}" destId="{9F9658D2-BC6B-2147-964E-C679E632E793}" srcOrd="0" destOrd="0" presId="urn:microsoft.com/office/officeart/2016/7/layout/BasicLinearProcessNumbered"/>
    <dgm:cxn modelId="{E8ED7C9F-013B-684B-955D-E303FBA0F1B4}" type="presParOf" srcId="{9F9658D2-BC6B-2147-964E-C679E632E793}" destId="{0F071ADF-A366-E745-AC25-75F960BE0E91}" srcOrd="0" destOrd="0" presId="urn:microsoft.com/office/officeart/2016/7/layout/BasicLinearProcessNumbered"/>
    <dgm:cxn modelId="{2A3991B4-9169-C540-BDA3-A11C33CB01FE}" type="presParOf" srcId="{9F9658D2-BC6B-2147-964E-C679E632E793}" destId="{F97A39B5-82F7-BA4E-925D-F66720D8154E}" srcOrd="1" destOrd="0" presId="urn:microsoft.com/office/officeart/2016/7/layout/BasicLinearProcessNumbered"/>
    <dgm:cxn modelId="{760E9113-64E8-824A-BFCE-853EC22B110C}" type="presParOf" srcId="{9F9658D2-BC6B-2147-964E-C679E632E793}" destId="{F21A7D50-5C6C-3746-8189-FC7A0B813C16}" srcOrd="2" destOrd="0" presId="urn:microsoft.com/office/officeart/2016/7/layout/BasicLinearProcessNumbered"/>
    <dgm:cxn modelId="{10C09956-36B8-5D40-A135-4CDA6C40FCEB}" type="presParOf" srcId="{9F9658D2-BC6B-2147-964E-C679E632E793}" destId="{88F5772C-315E-1348-B104-DBB17506E032}" srcOrd="3" destOrd="0" presId="urn:microsoft.com/office/officeart/2016/7/layout/BasicLinearProcessNumbered"/>
    <dgm:cxn modelId="{ABC9CC83-FAE4-324E-818C-40321FC4888C}" type="presParOf" srcId="{1D95CE66-00A5-D04C-BEC5-DB8E7341DD50}" destId="{E2E887D0-80F0-6847-A4A7-F18E045A988B}" srcOrd="1" destOrd="0" presId="urn:microsoft.com/office/officeart/2016/7/layout/BasicLinearProcessNumbered"/>
    <dgm:cxn modelId="{8AEEF2BE-0B06-D046-88AE-5F18624C519D}" type="presParOf" srcId="{1D95CE66-00A5-D04C-BEC5-DB8E7341DD50}" destId="{8017FF21-B5DD-DD47-B97C-E68259C36DA8}" srcOrd="2" destOrd="0" presId="urn:microsoft.com/office/officeart/2016/7/layout/BasicLinearProcessNumbered"/>
    <dgm:cxn modelId="{9E885D05-A938-DF4E-839F-F849D3B5AC17}" type="presParOf" srcId="{8017FF21-B5DD-DD47-B97C-E68259C36DA8}" destId="{0EFD908C-DA45-8143-8F56-AC4A9336C0CB}" srcOrd="0" destOrd="0" presId="urn:microsoft.com/office/officeart/2016/7/layout/BasicLinearProcessNumbered"/>
    <dgm:cxn modelId="{546B54D3-C6D6-AB4C-8571-C349C2F2E14D}" type="presParOf" srcId="{8017FF21-B5DD-DD47-B97C-E68259C36DA8}" destId="{C33776A1-3C69-CA4B-BA46-BCE7313B34CD}" srcOrd="1" destOrd="0" presId="urn:microsoft.com/office/officeart/2016/7/layout/BasicLinearProcessNumbered"/>
    <dgm:cxn modelId="{5838AAAF-5CEA-ED49-B5F5-4DD8F232646F}" type="presParOf" srcId="{8017FF21-B5DD-DD47-B97C-E68259C36DA8}" destId="{995B1895-D093-1841-9D5A-563751EA89FA}" srcOrd="2" destOrd="0" presId="urn:microsoft.com/office/officeart/2016/7/layout/BasicLinearProcessNumbered"/>
    <dgm:cxn modelId="{3A6ECE32-F154-B041-B383-119D83CB330E}" type="presParOf" srcId="{8017FF21-B5DD-DD47-B97C-E68259C36DA8}" destId="{FD822307-862C-CA4D-958A-9DE0ECC6721B}" srcOrd="3" destOrd="0" presId="urn:microsoft.com/office/officeart/2016/7/layout/BasicLinearProcessNumbered"/>
    <dgm:cxn modelId="{78882554-DDE8-3B4D-8C60-38A614DB6489}" type="presParOf" srcId="{1D95CE66-00A5-D04C-BEC5-DB8E7341DD50}" destId="{348BA726-D749-564C-9284-BF3D7E3D8A25}" srcOrd="3" destOrd="0" presId="urn:microsoft.com/office/officeart/2016/7/layout/BasicLinearProcessNumbered"/>
    <dgm:cxn modelId="{EB8E9C13-7F77-604C-9B3A-648FCF3D99D8}" type="presParOf" srcId="{1D95CE66-00A5-D04C-BEC5-DB8E7341DD50}" destId="{62D0868C-F43E-CD42-BEB4-E73A5A3F7CC7}" srcOrd="4" destOrd="0" presId="urn:microsoft.com/office/officeart/2016/7/layout/BasicLinearProcessNumbered"/>
    <dgm:cxn modelId="{81529EAF-2532-714C-96FE-9F0A39124DEE}" type="presParOf" srcId="{62D0868C-F43E-CD42-BEB4-E73A5A3F7CC7}" destId="{16037839-0850-2C47-9154-ECC944693D91}" srcOrd="0" destOrd="0" presId="urn:microsoft.com/office/officeart/2016/7/layout/BasicLinearProcessNumbered"/>
    <dgm:cxn modelId="{4E844D42-6F01-A548-BAE9-7272A1B229E0}" type="presParOf" srcId="{62D0868C-F43E-CD42-BEB4-E73A5A3F7CC7}" destId="{49B84BEC-656F-684F-B1C6-DA68BA98FCBE}" srcOrd="1" destOrd="0" presId="urn:microsoft.com/office/officeart/2016/7/layout/BasicLinearProcessNumbered"/>
    <dgm:cxn modelId="{0081500E-486A-C649-86C3-A3871418897D}" type="presParOf" srcId="{62D0868C-F43E-CD42-BEB4-E73A5A3F7CC7}" destId="{69A6B6DA-B3C9-784A-ADDB-C6005D963CD6}" srcOrd="2" destOrd="0" presId="urn:microsoft.com/office/officeart/2016/7/layout/BasicLinearProcessNumbered"/>
    <dgm:cxn modelId="{4A53EB11-ABB5-364E-9758-20E9FE19B6DF}" type="presParOf" srcId="{62D0868C-F43E-CD42-BEB4-E73A5A3F7CC7}" destId="{485A71AA-C2FA-8440-916A-5690FEC1D93E}" srcOrd="3" destOrd="0" presId="urn:microsoft.com/office/officeart/2016/7/layout/BasicLinearProcessNumbered"/>
    <dgm:cxn modelId="{9BB07D7B-D47D-E94C-A623-225E28B226C7}" type="presParOf" srcId="{1D95CE66-00A5-D04C-BEC5-DB8E7341DD50}" destId="{612B6057-2A4E-9342-8D04-9E6525AA8F12}" srcOrd="5" destOrd="0" presId="urn:microsoft.com/office/officeart/2016/7/layout/BasicLinearProcessNumbered"/>
    <dgm:cxn modelId="{CA8E72E9-D866-2F44-8BD6-43442A2079C6}" type="presParOf" srcId="{1D95CE66-00A5-D04C-BEC5-DB8E7341DD50}" destId="{3498AB36-C89B-7B45-BCA6-262E4B4CFA83}" srcOrd="6" destOrd="0" presId="urn:microsoft.com/office/officeart/2016/7/layout/BasicLinearProcessNumbered"/>
    <dgm:cxn modelId="{C62EEA9E-E064-E34C-A805-ADE9D52BA4B9}" type="presParOf" srcId="{3498AB36-C89B-7B45-BCA6-262E4B4CFA83}" destId="{29C0753E-574A-EC48-BB2D-AB08A7DD87D2}" srcOrd="0" destOrd="0" presId="urn:microsoft.com/office/officeart/2016/7/layout/BasicLinearProcessNumbered"/>
    <dgm:cxn modelId="{6BE0A3E4-39B4-8543-93EA-E74036C2AB21}" type="presParOf" srcId="{3498AB36-C89B-7B45-BCA6-262E4B4CFA83}" destId="{5A32BABB-D5A6-D141-9AC3-150EA90B2546}" srcOrd="1" destOrd="0" presId="urn:microsoft.com/office/officeart/2016/7/layout/BasicLinearProcessNumbered"/>
    <dgm:cxn modelId="{7B1428A3-3806-5340-B836-D003FA9B0037}" type="presParOf" srcId="{3498AB36-C89B-7B45-BCA6-262E4B4CFA83}" destId="{BAD7B484-F7BC-D440-AFB7-EE002692CA41}" srcOrd="2" destOrd="0" presId="urn:microsoft.com/office/officeart/2016/7/layout/BasicLinearProcessNumbered"/>
    <dgm:cxn modelId="{9791D2E2-179E-0942-9715-BA4DC5E6015B}" type="presParOf" srcId="{3498AB36-C89B-7B45-BCA6-262E4B4CFA83}" destId="{9E7DBA61-3F96-F245-AAE2-85690B966A8F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071ADF-A366-E745-AC25-75F960BE0E91}">
      <dsp:nvSpPr>
        <dsp:cNvPr id="0" name=""/>
        <dsp:cNvSpPr/>
      </dsp:nvSpPr>
      <dsp:spPr>
        <a:xfrm>
          <a:off x="2964" y="136707"/>
          <a:ext cx="2351960" cy="329274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368" tIns="330200" rIns="18336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Optimize test cases:</a:t>
          </a:r>
          <a:r>
            <a:rPr lang="en-IN" sz="1800" kern="1200"/>
            <a:t> Ensure test cases are independent and can run in isolation.</a:t>
          </a:r>
          <a:endParaRPr lang="en-US" sz="1800" kern="1200"/>
        </a:p>
      </dsp:txBody>
      <dsp:txXfrm>
        <a:off x="2964" y="1387950"/>
        <a:ext cx="2351960" cy="1975646"/>
      </dsp:txXfrm>
    </dsp:sp>
    <dsp:sp modelId="{F97A39B5-82F7-BA4E-925D-F66720D8154E}">
      <dsp:nvSpPr>
        <dsp:cNvPr id="0" name=""/>
        <dsp:cNvSpPr/>
      </dsp:nvSpPr>
      <dsp:spPr>
        <a:xfrm>
          <a:off x="685033" y="465982"/>
          <a:ext cx="987823" cy="98782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015" tIns="12700" rIns="77015" bIns="1270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1</a:t>
          </a:r>
        </a:p>
      </dsp:txBody>
      <dsp:txXfrm>
        <a:off x="829696" y="610645"/>
        <a:ext cx="698497" cy="698497"/>
      </dsp:txXfrm>
    </dsp:sp>
    <dsp:sp modelId="{F21A7D50-5C6C-3746-8189-FC7A0B813C16}">
      <dsp:nvSpPr>
        <dsp:cNvPr id="0" name=""/>
        <dsp:cNvSpPr/>
      </dsp:nvSpPr>
      <dsp:spPr>
        <a:xfrm>
          <a:off x="2964" y="3429380"/>
          <a:ext cx="2351960" cy="72"/>
        </a:xfrm>
        <a:prstGeom prst="rect">
          <a:avLst/>
        </a:prstGeom>
        <a:solidFill>
          <a:schemeClr val="accent5">
            <a:hueOff val="-1736021"/>
            <a:satOff val="-118"/>
            <a:lumOff val="280"/>
            <a:alphaOff val="0"/>
          </a:schemeClr>
        </a:solidFill>
        <a:ln w="19050" cap="flat" cmpd="sng" algn="ctr">
          <a:solidFill>
            <a:schemeClr val="accent5">
              <a:hueOff val="-1736021"/>
              <a:satOff val="-118"/>
              <a:lumOff val="2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FD908C-DA45-8143-8F56-AC4A9336C0CB}">
      <dsp:nvSpPr>
        <dsp:cNvPr id="0" name=""/>
        <dsp:cNvSpPr/>
      </dsp:nvSpPr>
      <dsp:spPr>
        <a:xfrm>
          <a:off x="2590121" y="136707"/>
          <a:ext cx="2351960" cy="3292744"/>
        </a:xfrm>
        <a:prstGeom prst="rect">
          <a:avLst/>
        </a:prstGeom>
        <a:solidFill>
          <a:schemeClr val="accent5">
            <a:tint val="40000"/>
            <a:alpha val="90000"/>
            <a:hueOff val="-3981555"/>
            <a:satOff val="889"/>
            <a:lumOff val="134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3981555"/>
              <a:satOff val="889"/>
              <a:lumOff val="1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368" tIns="330200" rIns="18336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Manage test data:</a:t>
          </a:r>
          <a:r>
            <a:rPr lang="en-IN" sz="1800" kern="1200"/>
            <a:t> Provide appropriate test data for each parallel execution.</a:t>
          </a:r>
          <a:endParaRPr lang="en-US" sz="1800" kern="1200"/>
        </a:p>
      </dsp:txBody>
      <dsp:txXfrm>
        <a:off x="2590121" y="1387950"/>
        <a:ext cx="2351960" cy="1975646"/>
      </dsp:txXfrm>
    </dsp:sp>
    <dsp:sp modelId="{C33776A1-3C69-CA4B-BA46-BCE7313B34CD}">
      <dsp:nvSpPr>
        <dsp:cNvPr id="0" name=""/>
        <dsp:cNvSpPr/>
      </dsp:nvSpPr>
      <dsp:spPr>
        <a:xfrm>
          <a:off x="3272189" y="465982"/>
          <a:ext cx="987823" cy="987823"/>
        </a:xfrm>
        <a:prstGeom prst="ellipse">
          <a:avLst/>
        </a:prstGeom>
        <a:solidFill>
          <a:schemeClr val="accent5">
            <a:hueOff val="-3472043"/>
            <a:satOff val="-236"/>
            <a:lumOff val="560"/>
            <a:alphaOff val="0"/>
          </a:schemeClr>
        </a:solidFill>
        <a:ln w="19050" cap="flat" cmpd="sng" algn="ctr">
          <a:solidFill>
            <a:schemeClr val="accent5">
              <a:hueOff val="-3472043"/>
              <a:satOff val="-236"/>
              <a:lumOff val="5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015" tIns="12700" rIns="77015" bIns="1270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2</a:t>
          </a:r>
        </a:p>
      </dsp:txBody>
      <dsp:txXfrm>
        <a:off x="3416852" y="610645"/>
        <a:ext cx="698497" cy="698497"/>
      </dsp:txXfrm>
    </dsp:sp>
    <dsp:sp modelId="{995B1895-D093-1841-9D5A-563751EA89FA}">
      <dsp:nvSpPr>
        <dsp:cNvPr id="0" name=""/>
        <dsp:cNvSpPr/>
      </dsp:nvSpPr>
      <dsp:spPr>
        <a:xfrm>
          <a:off x="2590121" y="3429380"/>
          <a:ext cx="2351960" cy="72"/>
        </a:xfrm>
        <a:prstGeom prst="rect">
          <a:avLst/>
        </a:prstGeom>
        <a:solidFill>
          <a:schemeClr val="accent5">
            <a:hueOff val="-5208064"/>
            <a:satOff val="-354"/>
            <a:lumOff val="840"/>
            <a:alphaOff val="0"/>
          </a:schemeClr>
        </a:solidFill>
        <a:ln w="19050" cap="flat" cmpd="sng" algn="ctr">
          <a:solidFill>
            <a:schemeClr val="accent5">
              <a:hueOff val="-5208064"/>
              <a:satOff val="-354"/>
              <a:lumOff val="8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37839-0850-2C47-9154-ECC944693D91}">
      <dsp:nvSpPr>
        <dsp:cNvPr id="0" name=""/>
        <dsp:cNvSpPr/>
      </dsp:nvSpPr>
      <dsp:spPr>
        <a:xfrm>
          <a:off x="5177278" y="136707"/>
          <a:ext cx="2351960" cy="3292744"/>
        </a:xfrm>
        <a:prstGeom prst="rect">
          <a:avLst/>
        </a:prstGeom>
        <a:solidFill>
          <a:schemeClr val="accent5">
            <a:tint val="40000"/>
            <a:alpha val="90000"/>
            <a:hueOff val="-7963110"/>
            <a:satOff val="1778"/>
            <a:lumOff val="267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7963110"/>
              <a:satOff val="1778"/>
              <a:lumOff val="2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368" tIns="330200" rIns="18336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Monitor test results:</a:t>
          </a:r>
          <a:r>
            <a:rPr lang="en-IN" sz="1800" kern="1200"/>
            <a:t> Track test execution and identify potential issues.</a:t>
          </a:r>
          <a:endParaRPr lang="en-US" sz="1800" kern="1200"/>
        </a:p>
      </dsp:txBody>
      <dsp:txXfrm>
        <a:off x="5177278" y="1387950"/>
        <a:ext cx="2351960" cy="1975646"/>
      </dsp:txXfrm>
    </dsp:sp>
    <dsp:sp modelId="{49B84BEC-656F-684F-B1C6-DA68BA98FCBE}">
      <dsp:nvSpPr>
        <dsp:cNvPr id="0" name=""/>
        <dsp:cNvSpPr/>
      </dsp:nvSpPr>
      <dsp:spPr>
        <a:xfrm>
          <a:off x="5859346" y="465982"/>
          <a:ext cx="987823" cy="987823"/>
        </a:xfrm>
        <a:prstGeom prst="ellipse">
          <a:avLst/>
        </a:prstGeom>
        <a:solidFill>
          <a:schemeClr val="accent5">
            <a:hueOff val="-6944086"/>
            <a:satOff val="-472"/>
            <a:lumOff val="1121"/>
            <a:alphaOff val="0"/>
          </a:schemeClr>
        </a:solidFill>
        <a:ln w="19050" cap="flat" cmpd="sng" algn="ctr">
          <a:solidFill>
            <a:schemeClr val="accent5">
              <a:hueOff val="-6944086"/>
              <a:satOff val="-472"/>
              <a:lumOff val="11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015" tIns="12700" rIns="77015" bIns="1270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3</a:t>
          </a:r>
        </a:p>
      </dsp:txBody>
      <dsp:txXfrm>
        <a:off x="6004009" y="610645"/>
        <a:ext cx="698497" cy="698497"/>
      </dsp:txXfrm>
    </dsp:sp>
    <dsp:sp modelId="{69A6B6DA-B3C9-784A-ADDB-C6005D963CD6}">
      <dsp:nvSpPr>
        <dsp:cNvPr id="0" name=""/>
        <dsp:cNvSpPr/>
      </dsp:nvSpPr>
      <dsp:spPr>
        <a:xfrm>
          <a:off x="5177278" y="3429380"/>
          <a:ext cx="2351960" cy="72"/>
        </a:xfrm>
        <a:prstGeom prst="rect">
          <a:avLst/>
        </a:prstGeom>
        <a:solidFill>
          <a:schemeClr val="accent5">
            <a:hueOff val="-8680107"/>
            <a:satOff val="-590"/>
            <a:lumOff val="1401"/>
            <a:alphaOff val="0"/>
          </a:schemeClr>
        </a:solidFill>
        <a:ln w="19050" cap="flat" cmpd="sng" algn="ctr">
          <a:solidFill>
            <a:schemeClr val="accent5">
              <a:hueOff val="-8680107"/>
              <a:satOff val="-590"/>
              <a:lumOff val="1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C0753E-574A-EC48-BB2D-AB08A7DD87D2}">
      <dsp:nvSpPr>
        <dsp:cNvPr id="0" name=""/>
        <dsp:cNvSpPr/>
      </dsp:nvSpPr>
      <dsp:spPr>
        <a:xfrm>
          <a:off x="7764434" y="136707"/>
          <a:ext cx="2351960" cy="3292744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368" tIns="330200" rIns="18336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Iterate and refine:</a:t>
          </a:r>
          <a:r>
            <a:rPr lang="en-IN" sz="1800" kern="1200"/>
            <a:t> Continuously improve your parallel testing setup.</a:t>
          </a:r>
          <a:endParaRPr lang="en-US" sz="1800" kern="1200"/>
        </a:p>
      </dsp:txBody>
      <dsp:txXfrm>
        <a:off x="7764434" y="1387950"/>
        <a:ext cx="2351960" cy="1975646"/>
      </dsp:txXfrm>
    </dsp:sp>
    <dsp:sp modelId="{5A32BABB-D5A6-D141-9AC3-150EA90B2546}">
      <dsp:nvSpPr>
        <dsp:cNvPr id="0" name=""/>
        <dsp:cNvSpPr/>
      </dsp:nvSpPr>
      <dsp:spPr>
        <a:xfrm>
          <a:off x="8446503" y="465982"/>
          <a:ext cx="987823" cy="987823"/>
        </a:xfrm>
        <a:prstGeom prst="ellipse">
          <a:avLst/>
        </a:prstGeom>
        <a:solidFill>
          <a:schemeClr val="accent5">
            <a:hueOff val="-10416129"/>
            <a:satOff val="-708"/>
            <a:lumOff val="1681"/>
            <a:alphaOff val="0"/>
          </a:schemeClr>
        </a:solidFill>
        <a:ln w="19050" cap="flat" cmpd="sng" algn="ctr">
          <a:solidFill>
            <a:schemeClr val="accent5">
              <a:hueOff val="-10416129"/>
              <a:satOff val="-708"/>
              <a:lumOff val="16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015" tIns="12700" rIns="77015" bIns="1270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4</a:t>
          </a:r>
        </a:p>
      </dsp:txBody>
      <dsp:txXfrm>
        <a:off x="8591166" y="610645"/>
        <a:ext cx="698497" cy="698497"/>
      </dsp:txXfrm>
    </dsp:sp>
    <dsp:sp modelId="{BAD7B484-F7BC-D440-AFB7-EE002692CA41}">
      <dsp:nvSpPr>
        <dsp:cNvPr id="0" name=""/>
        <dsp:cNvSpPr/>
      </dsp:nvSpPr>
      <dsp:spPr>
        <a:xfrm>
          <a:off x="7764434" y="3429380"/>
          <a:ext cx="2351960" cy="72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2EE5-058C-EA8F-E65C-0E89CC660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4D5F5-8ABD-6894-B634-83FC7A50B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F9EB1-7944-E19A-C3B9-8C3F3FD53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DED7-3302-294B-AF9B-313EBB2C0D0B}" type="datetimeFigureOut">
              <a:rPr lang="en-US" smtClean="0"/>
              <a:t>8/21/24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D607C-FAC4-A34C-E111-E0C30A155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A4658-9079-3F79-0CBD-2295BAF8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4EE20-B095-FB4A-AE6F-14329655C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28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EC180-0C5A-AF03-C05A-2350436DF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58670-3F0C-4067-1BF4-826F53B70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CC9A7-9D60-021E-211B-C26CD80A0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DED7-3302-294B-AF9B-313EBB2C0D0B}" type="datetimeFigureOut">
              <a:rPr lang="en-US" smtClean="0"/>
              <a:t>8/21/24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34C6A-5DA9-4BEF-E195-86EE85C49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73276-4D54-432B-F90E-AABAE61DD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4EE20-B095-FB4A-AE6F-14329655C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08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07C48-A79C-1D79-4F79-C70352607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B17B4-4C13-90BF-410A-E808D9525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DDD0C-EA50-E060-2B01-E69B8C198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DED7-3302-294B-AF9B-313EBB2C0D0B}" type="datetimeFigureOut">
              <a:rPr lang="en-US" smtClean="0"/>
              <a:t>8/21/24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D351F-CBA7-E9E5-1BB3-938F5971C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81951-B71E-9F83-E73C-4E45226D4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4EE20-B095-FB4A-AE6F-14329655C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791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1D36A-1104-BBF2-347E-99F044242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8F847-CA4A-0BA2-2D69-85DAAEF12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8128B-C7A2-5674-5748-64F53BB47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3645A-F17D-1AC8-DCBE-6797A4E35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DED7-3302-294B-AF9B-313EBB2C0D0B}" type="datetimeFigureOut">
              <a:rPr lang="en-US" smtClean="0"/>
              <a:t>8/21/24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D5BB2-9052-D331-2FEB-B1446BB86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68692-ACA4-7974-5FBA-7709F4762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4EE20-B095-FB4A-AE6F-14329655C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58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D068B-635B-4FE7-20BF-1590F55C5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071F1-FD2A-4B14-9284-FFCBA2BDE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45CC4-614D-A796-3A2D-C131B36B6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35F174-F7A6-C876-6B9D-2A3B528902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855BB1-931A-ACA6-9474-E48A42A0E6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85ABA5-E8A4-9601-A7A5-137675180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DED7-3302-294B-AF9B-313EBB2C0D0B}" type="datetimeFigureOut">
              <a:rPr lang="en-US" smtClean="0"/>
              <a:t>8/21/24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9FA253-D0FE-2A78-EF9D-AAD7AC17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FF7617-C95C-E255-0DE3-054994553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4EE20-B095-FB4A-AE6F-14329655C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62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3333-86F9-EC42-8473-D94EC101D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69B649-02AE-E060-C81C-2EA8B3503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DED7-3302-294B-AF9B-313EBB2C0D0B}" type="datetimeFigureOut">
              <a:rPr lang="en-US" smtClean="0"/>
              <a:t>8/21/24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1243B-30A4-1879-C7D2-C25CF6E6D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38AF8C-4DBC-77BF-F2AC-77EDC52A4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4EE20-B095-FB4A-AE6F-14329655C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230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451F06-86D2-B39D-77AA-55C6DFBBD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DED7-3302-294B-AF9B-313EBB2C0D0B}" type="datetimeFigureOut">
              <a:rPr lang="en-US" smtClean="0"/>
              <a:t>8/21/24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FB10DC-EDC9-CEFF-8B8F-16200C9C6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60A0A-B379-D705-3754-C8104E409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4EE20-B095-FB4A-AE6F-14329655C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2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82740-1E29-EB4E-3C53-732357124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6AF31-AF69-750B-C8B0-AEF1F830A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82EBE-6962-C129-B6BC-D37D4626C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3BED0-0138-8D38-32C3-A63BD991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DED7-3302-294B-AF9B-313EBB2C0D0B}" type="datetimeFigureOut">
              <a:rPr lang="en-US" smtClean="0"/>
              <a:t>8/21/24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E48837-455F-B22B-29F8-7C9ED5EEE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C2A9E-0996-16F6-F5AD-5BB04EF6F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4EE20-B095-FB4A-AE6F-14329655C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32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D6002-EA99-CC8C-CB83-0295CCDAC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F041E1-F91B-B760-9A01-A9DC13646D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11A0F5-3DC9-8513-7966-224DD55CB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A7D41-5504-A337-7FC2-2B6AAB617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DED7-3302-294B-AF9B-313EBB2C0D0B}" type="datetimeFigureOut">
              <a:rPr lang="en-US" smtClean="0"/>
              <a:t>8/21/24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E9EB-4E50-D6BB-0300-1646CCC1F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F60E4-4215-5DF2-1778-DBB3C30A3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4EE20-B095-FB4A-AE6F-14329655C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94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83C4A-5213-88C1-E6A8-D6A197633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5FBB18-0B35-94E3-1B1B-998CAE934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1AE46-0F99-563B-B6B3-466386E55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DED7-3302-294B-AF9B-313EBB2C0D0B}" type="datetimeFigureOut">
              <a:rPr lang="en-US" smtClean="0"/>
              <a:t>8/21/24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E3AE5-4C52-9009-8A82-EAC202C45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D6A78-6EF4-78DA-F330-643F84964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4EE20-B095-FB4A-AE6F-14329655C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02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5EF11E-2612-053D-827F-6AC316A16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D7B4AB-1B6F-AC66-0521-902389004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2BE2A-39CD-247C-AC17-A860AA4B0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DED7-3302-294B-AF9B-313EBB2C0D0B}" type="datetimeFigureOut">
              <a:rPr lang="en-US" smtClean="0"/>
              <a:t>8/21/24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7FBA7-F360-8D36-2EBF-9450EE0A5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D91A9-A9DE-AF3B-9939-4FE41B7BC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4EE20-B095-FB4A-AE6F-14329655C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652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39D058-2166-BE54-D70E-0BFF18507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4BE42-B2D9-F312-D1FD-5493AB862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85E20-FB5B-DCC4-F19D-E9A24348CD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62DED7-3302-294B-AF9B-313EBB2C0D0B}" type="datetimeFigureOut">
              <a:rPr lang="en-US" smtClean="0"/>
              <a:t>8/21/24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870A9-50A7-2FB7-A966-21DF4CECC4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471C0-10FA-B9A5-666D-564EFC81A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D4EE20-B095-FB4A-AE6F-14329655C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97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" name="Rectangle 204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3C62B-C408-4F48-B858-68B9A6FA5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IN" sz="4000" b="1" i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Integrating Parallel Testing in Bitrise</a:t>
            </a:r>
            <a:endParaRPr lang="en-US" sz="4000" b="1" i="1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Graphic 5" descr="Gears">
            <a:extLst>
              <a:ext uri="{FF2B5EF4-FFF2-40B4-BE49-F238E27FC236}">
                <a16:creationId xmlns:a16="http://schemas.microsoft.com/office/drawing/2014/main" id="{847BAA68-941F-ACD5-82B3-5715309197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2905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E3B26D-FDF6-60CB-E8BF-E5237189B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IN" sz="3600">
                <a:solidFill>
                  <a:schemeClr val="tx2"/>
                </a:solidFill>
              </a:rPr>
              <a:t>Leveraging Bitrise Pipelines</a:t>
            </a:r>
            <a:endParaRPr lang="en-US" sz="3600">
              <a:solidFill>
                <a:schemeClr val="tx2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97348" y="5285"/>
            <a:ext cx="7294653" cy="6858000"/>
            <a:chOff x="4897348" y="-5799"/>
            <a:chExt cx="7294653" cy="6858000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: Shape 40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A73D1B74-EAA1-CFC1-D1A9-D1E553E84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2812" y="1032987"/>
            <a:ext cx="4919108" cy="4792027"/>
          </a:xfrm>
        </p:spPr>
        <p:txBody>
          <a:bodyPr anchor="ctr">
            <a:normAutofit/>
          </a:bodyPr>
          <a:lstStyle/>
          <a:p>
            <a:endParaRPr lang="en-US" sz="1700" dirty="0">
              <a:solidFill>
                <a:schemeClr val="tx2"/>
              </a:solidFill>
            </a:endParaRPr>
          </a:p>
          <a:p>
            <a:r>
              <a:rPr lang="en-IN" sz="1700" dirty="0">
                <a:solidFill>
                  <a:schemeClr val="tx2"/>
                </a:solidFill>
              </a:rPr>
              <a:t>Ideal for complex projects with multiple modules or test suites.</a:t>
            </a:r>
          </a:p>
          <a:p>
            <a:r>
              <a:rPr lang="en-IN" sz="1700" dirty="0">
                <a:solidFill>
                  <a:schemeClr val="tx2"/>
                </a:solidFill>
              </a:rPr>
              <a:t>Involves creating separate workflows for different test groups.</a:t>
            </a:r>
          </a:p>
          <a:p>
            <a:r>
              <a:rPr lang="en-IN" sz="1700" dirty="0">
                <a:solidFill>
                  <a:schemeClr val="tx2"/>
                </a:solidFill>
              </a:rPr>
              <a:t>Run these workflows in parallel within a pipeline.</a:t>
            </a:r>
          </a:p>
          <a:p>
            <a:pPr marL="0" indent="0">
              <a:buNone/>
            </a:pPr>
            <a:r>
              <a:rPr lang="en-IN" sz="1700" b="1" dirty="0">
                <a:solidFill>
                  <a:schemeClr val="tx2"/>
                </a:solidFill>
              </a:rPr>
              <a:t>Key steps</a:t>
            </a:r>
          </a:p>
          <a:p>
            <a:pPr marL="0" indent="0">
              <a:buNone/>
            </a:pPr>
            <a:r>
              <a:rPr lang="en-IN" sz="1700" b="1" dirty="0">
                <a:solidFill>
                  <a:schemeClr val="tx2"/>
                </a:solidFill>
              </a:rPr>
              <a:t>Define pipeline stages:</a:t>
            </a:r>
            <a:r>
              <a:rPr lang="en-IN" sz="1700" dirty="0">
                <a:solidFill>
                  <a:schemeClr val="tx2"/>
                </a:solidFill>
              </a:rPr>
              <a:t> Structure your pipeline into stages, each containing related workflows.</a:t>
            </a:r>
          </a:p>
          <a:p>
            <a:pPr marL="0" indent="0">
              <a:buNone/>
            </a:pPr>
            <a:r>
              <a:rPr lang="en-IN" sz="1700" b="1" dirty="0">
                <a:solidFill>
                  <a:schemeClr val="tx2"/>
                </a:solidFill>
              </a:rPr>
              <a:t>Create individual workflows:</a:t>
            </a:r>
            <a:r>
              <a:rPr lang="en-IN" sz="1700" dirty="0">
                <a:solidFill>
                  <a:schemeClr val="tx2"/>
                </a:solidFill>
              </a:rPr>
              <a:t> For each test group, create a dedicated workflow.</a:t>
            </a:r>
          </a:p>
          <a:p>
            <a:pPr marL="0" indent="0">
              <a:buNone/>
            </a:pPr>
            <a:r>
              <a:rPr lang="en-IN" sz="1700" b="1" dirty="0">
                <a:solidFill>
                  <a:schemeClr val="tx2"/>
                </a:solidFill>
              </a:rPr>
              <a:t>Configure parallel execution:</a:t>
            </a:r>
            <a:r>
              <a:rPr lang="en-IN" sz="1700" dirty="0">
                <a:solidFill>
                  <a:schemeClr val="tx2"/>
                </a:solidFill>
              </a:rPr>
              <a:t> Set up the pipeline to run workflows in parallel within a stage.</a:t>
            </a:r>
          </a:p>
          <a:p>
            <a:pPr marL="0" indent="0">
              <a:buNone/>
            </a:pPr>
            <a:r>
              <a:rPr lang="en-IN" sz="1700" b="1" dirty="0">
                <a:solidFill>
                  <a:schemeClr val="tx2"/>
                </a:solidFill>
              </a:rPr>
              <a:t>Manage dependencies:</a:t>
            </a:r>
            <a:r>
              <a:rPr lang="en-IN" sz="1700" dirty="0">
                <a:solidFill>
                  <a:schemeClr val="tx2"/>
                </a:solidFill>
              </a:rPr>
              <a:t> Ensure correct dependencies between workflows.  </a:t>
            </a:r>
            <a:endParaRPr lang="en-US" sz="17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81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34D4B7-1090-D8B2-C597-45A8CFBF8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IN" sz="3600">
                <a:solidFill>
                  <a:schemeClr val="tx2"/>
                </a:solidFill>
              </a:rPr>
              <a:t>Utilizing Bitrise Steps</a:t>
            </a:r>
            <a:endParaRPr lang="en-US" sz="360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97348" y="5285"/>
            <a:ext cx="7294653" cy="6858000"/>
            <a:chOff x="4897348" y="-5799"/>
            <a:chExt cx="7294653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F413C-EAE4-EE0D-6730-228C0D76B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2812" y="1032987"/>
            <a:ext cx="4919108" cy="4792027"/>
          </a:xfrm>
        </p:spPr>
        <p:txBody>
          <a:bodyPr anchor="ctr">
            <a:normAutofit/>
          </a:bodyPr>
          <a:lstStyle/>
          <a:p>
            <a:r>
              <a:rPr lang="en-IN" sz="1900" dirty="0">
                <a:solidFill>
                  <a:schemeClr val="tx2"/>
                </a:solidFill>
              </a:rPr>
              <a:t>Suitable for simpler parallel testing scenarios. </a:t>
            </a:r>
          </a:p>
          <a:p>
            <a:r>
              <a:rPr lang="en-IN" sz="1900" dirty="0">
                <a:solidFill>
                  <a:schemeClr val="tx2"/>
                </a:solidFill>
              </a:rPr>
              <a:t>Employs steps like script or parallel to execute tests concurrently.</a:t>
            </a:r>
          </a:p>
          <a:p>
            <a:pPr marL="0" indent="0">
              <a:buNone/>
            </a:pPr>
            <a:r>
              <a:rPr lang="en-IN" sz="1900" b="1" dirty="0">
                <a:solidFill>
                  <a:schemeClr val="tx2"/>
                </a:solidFill>
              </a:rPr>
              <a:t>Key steps</a:t>
            </a:r>
            <a:endParaRPr lang="en-IN" sz="1900" dirty="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900" b="1" dirty="0">
                <a:solidFill>
                  <a:schemeClr val="tx2"/>
                </a:solidFill>
              </a:rPr>
              <a:t>Identify testable units:</a:t>
            </a:r>
            <a:r>
              <a:rPr lang="en-IN" sz="1900" dirty="0">
                <a:solidFill>
                  <a:schemeClr val="tx2"/>
                </a:solidFill>
              </a:rPr>
              <a:t> Break down your test suite into smaller, independent units.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 b="1" dirty="0">
                <a:solidFill>
                  <a:schemeClr val="tx2"/>
                </a:solidFill>
              </a:rPr>
              <a:t>Configure parallel execution:</a:t>
            </a:r>
            <a:r>
              <a:rPr lang="en-IN" sz="1900" dirty="0">
                <a:solidFill>
                  <a:schemeClr val="tx2"/>
                </a:solidFill>
              </a:rPr>
              <a:t> Use Bitrise steps to run these units simultaneously.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 b="1" dirty="0">
                <a:solidFill>
                  <a:schemeClr val="tx2"/>
                </a:solidFill>
              </a:rPr>
              <a:t>Manage test results:</a:t>
            </a:r>
            <a:r>
              <a:rPr lang="en-IN" sz="1900" dirty="0">
                <a:solidFill>
                  <a:schemeClr val="tx2"/>
                </a:solidFill>
              </a:rPr>
              <a:t> Collect and combine test results from different processes.</a:t>
            </a:r>
          </a:p>
          <a:p>
            <a:endParaRPr lang="en-US" sz="19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602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9981A1-BDBB-3EAE-8768-7E3C812E9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tx2"/>
                </a:solidFill>
              </a:rPr>
              <a:t>Employing Third-party Tools</a:t>
            </a:r>
            <a:endParaRPr lang="en-US" sz="3600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97348" y="5285"/>
            <a:ext cx="7294653" cy="6858000"/>
            <a:chOff x="4897348" y="-5799"/>
            <a:chExt cx="7294653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7E67F-1433-2795-2713-36D094FB5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5090" y="1020418"/>
            <a:ext cx="4976092" cy="5334684"/>
          </a:xfrm>
        </p:spPr>
        <p:txBody>
          <a:bodyPr anchor="ctr">
            <a:normAutofit/>
          </a:bodyPr>
          <a:lstStyle/>
          <a:p>
            <a:r>
              <a:rPr lang="en-IN" sz="1800" dirty="0">
                <a:solidFill>
                  <a:schemeClr val="tx2"/>
                </a:solidFill>
              </a:rPr>
              <a:t>For advanced parallel testing requirements.</a:t>
            </a:r>
          </a:p>
          <a:p>
            <a:r>
              <a:rPr lang="en-IN" sz="1800" dirty="0">
                <a:solidFill>
                  <a:schemeClr val="tx2"/>
                </a:solidFill>
              </a:rPr>
              <a:t>Integrate tools like TestNG, JUnit Parallel, or Selenium Grid.</a:t>
            </a:r>
          </a:p>
          <a:p>
            <a:r>
              <a:rPr lang="en-IN" sz="1800" dirty="0">
                <a:solidFill>
                  <a:schemeClr val="tx2"/>
                </a:solidFill>
              </a:rPr>
              <a:t>Leverage </a:t>
            </a:r>
            <a:r>
              <a:rPr lang="en-IN" sz="1800" dirty="0" err="1">
                <a:solidFill>
                  <a:schemeClr val="tx2"/>
                </a:solidFill>
              </a:rPr>
              <a:t>Bitrise's</a:t>
            </a:r>
            <a:r>
              <a:rPr lang="en-IN" sz="1800" dirty="0">
                <a:solidFill>
                  <a:schemeClr val="tx2"/>
                </a:solidFill>
              </a:rPr>
              <a:t> flexibility to accommodate these tools.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</a:rPr>
              <a:t>Key steps</a:t>
            </a:r>
            <a:endParaRPr lang="en-IN" sz="1800" dirty="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tx2"/>
                </a:solidFill>
              </a:rPr>
              <a:t>Install required tools:</a:t>
            </a:r>
            <a:r>
              <a:rPr lang="en-IN" sz="1800" dirty="0">
                <a:solidFill>
                  <a:schemeClr val="tx2"/>
                </a:solidFill>
              </a:rPr>
              <a:t> Add necessary tools to your Bitrise workflow.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tx2"/>
                </a:solidFill>
              </a:rPr>
              <a:t>Configure parallel execution:</a:t>
            </a:r>
            <a:r>
              <a:rPr lang="en-IN" sz="1800" dirty="0">
                <a:solidFill>
                  <a:schemeClr val="tx2"/>
                </a:solidFill>
              </a:rPr>
              <a:t> Set up the tool to run tests in parallel.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tx2"/>
                </a:solidFill>
              </a:rPr>
              <a:t>Integrate with Bitrise:</a:t>
            </a:r>
            <a:r>
              <a:rPr lang="en-IN" sz="1800" dirty="0">
                <a:solidFill>
                  <a:schemeClr val="tx2"/>
                </a:solidFill>
              </a:rPr>
              <a:t> Ensure seamless communication between Bitrise and the tool.</a:t>
            </a:r>
          </a:p>
          <a:p>
            <a:endParaRPr 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868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0DECD6-2C16-6450-1E59-E9EBCF59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IN" sz="4000" b="1">
                <a:solidFill>
                  <a:schemeClr val="tx2"/>
                </a:solidFill>
              </a:rPr>
              <a:t>Best Practices for Parallel Testing in Bitrise</a:t>
            </a:r>
            <a:endParaRPr lang="en-US" sz="4000">
              <a:solidFill>
                <a:schemeClr val="tx2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14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16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20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21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Freeform: Shape 22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44174D96-F2BB-FEFD-07E0-A8F84CC06F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0903809"/>
              </p:ext>
            </p:extLst>
          </p:nvPr>
        </p:nvGraphicFramePr>
        <p:xfrm>
          <a:off x="1036320" y="2560320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919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E0AA211-CDB3-92EB-FEA8-92392F32E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IN" sz="4000" b="1">
                <a:solidFill>
                  <a:schemeClr val="tx2"/>
                </a:solidFill>
              </a:rPr>
              <a:t>Additional Considerations</a:t>
            </a:r>
            <a:endParaRPr lang="en-US" sz="4000">
              <a:solidFill>
                <a:schemeClr val="tx2"/>
              </a:solidFill>
            </a:endParaRPr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EA435018-C178-B642-B532-D91D83DAA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800" b="1">
                <a:solidFill>
                  <a:schemeClr val="tx2"/>
                </a:solidFill>
              </a:rPr>
              <a:t>Test flakiness:</a:t>
            </a:r>
            <a:r>
              <a:rPr lang="en-IN" sz="1800">
                <a:solidFill>
                  <a:schemeClr val="tx2"/>
                </a:solidFill>
              </a:rPr>
              <a:t> Implement strategies to handle flaky tests, such as retries or test isolation.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>
                <a:solidFill>
                  <a:schemeClr val="tx2"/>
                </a:solidFill>
              </a:rPr>
              <a:t>Resource allocation:</a:t>
            </a:r>
            <a:r>
              <a:rPr lang="en-IN" sz="1800">
                <a:solidFill>
                  <a:schemeClr val="tx2"/>
                </a:solidFill>
              </a:rPr>
              <a:t> Consider the number of concurrent test executions based on available resources.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>
                <a:solidFill>
                  <a:schemeClr val="tx2"/>
                </a:solidFill>
              </a:rPr>
              <a:t>Test environment management:</a:t>
            </a:r>
            <a:r>
              <a:rPr lang="en-IN" sz="1800">
                <a:solidFill>
                  <a:schemeClr val="tx2"/>
                </a:solidFill>
              </a:rPr>
              <a:t> Ensure consistent test environments for parallel execution.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535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DF01BA-8708-DEA0-6B2C-B6C342018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you..!!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39748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7368c21-b8cf-42cf-bd0b-43ecd4bc62ae}" enabled="0" method="" siteId="{57368c21-b8cf-42cf-bd0b-43ecd4bc62a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335</Words>
  <Application>Microsoft Macintosh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Integrating Parallel Testing in Bitrise</vt:lpstr>
      <vt:lpstr>Leveraging Bitrise Pipelines</vt:lpstr>
      <vt:lpstr>Utilizing Bitrise Steps</vt:lpstr>
      <vt:lpstr>Employing Third-party Tools</vt:lpstr>
      <vt:lpstr>Best Practices for Parallel Testing in Bitrise</vt:lpstr>
      <vt:lpstr>Additional Considerations</vt:lpstr>
      <vt:lpstr>Thank you..!!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M, Hidayathullah (Cognizant)</dc:creator>
  <cp:lastModifiedBy>M, Hidayathullah (Cognizant)</cp:lastModifiedBy>
  <cp:revision>1</cp:revision>
  <dcterms:created xsi:type="dcterms:W3CDTF">2024-08-07T12:40:06Z</dcterms:created>
  <dcterms:modified xsi:type="dcterms:W3CDTF">2024-08-21T13:35:01Z</dcterms:modified>
</cp:coreProperties>
</file>