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8364D-B5A1-0542-B6E4-F940145F8007}" v="2" dt="2025-02-27T13:13:17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1"/>
  </p:normalViewPr>
  <p:slideViewPr>
    <p:cSldViewPr snapToGrid="0">
      <p:cViewPr varScale="1">
        <p:scale>
          <a:sx n="95" d="100"/>
          <a:sy n="95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876BFE-9C0F-4592-8107-37727A46451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40C116-6556-4FB9-8157-7A4037AB2367}">
      <dgm:prSet/>
      <dgm:spPr/>
      <dgm:t>
        <a:bodyPr/>
        <a:lstStyle/>
        <a:p>
          <a:r>
            <a:rPr lang="en-IN" b="1" i="0"/>
            <a:t>Efficiency</a:t>
          </a:r>
          <a:r>
            <a:rPr lang="en-IN" b="0" i="0"/>
            <a:t>: Automating workflows from code commit to deployment speeds up the development process and reduces time to market.</a:t>
          </a:r>
          <a:endParaRPr lang="en-US"/>
        </a:p>
      </dgm:t>
    </dgm:pt>
    <dgm:pt modelId="{1A69D243-F0E3-4C79-9925-18009D8DC964}" type="parTrans" cxnId="{AEBA1DE5-98EA-4AF2-AD5C-FD353674CF02}">
      <dgm:prSet/>
      <dgm:spPr/>
      <dgm:t>
        <a:bodyPr/>
        <a:lstStyle/>
        <a:p>
          <a:endParaRPr lang="en-US"/>
        </a:p>
      </dgm:t>
    </dgm:pt>
    <dgm:pt modelId="{4DD5A2C3-F05F-4944-B16F-634EF0FD5255}" type="sibTrans" cxnId="{AEBA1DE5-98EA-4AF2-AD5C-FD353674CF02}">
      <dgm:prSet/>
      <dgm:spPr/>
      <dgm:t>
        <a:bodyPr/>
        <a:lstStyle/>
        <a:p>
          <a:endParaRPr lang="en-US"/>
        </a:p>
      </dgm:t>
    </dgm:pt>
    <dgm:pt modelId="{C66E1BAB-F033-44C4-A2BC-0652D3800D1E}">
      <dgm:prSet/>
      <dgm:spPr/>
      <dgm:t>
        <a:bodyPr/>
        <a:lstStyle/>
        <a:p>
          <a:r>
            <a:rPr lang="en-IN" b="1" i="0"/>
            <a:t>Consistency</a:t>
          </a:r>
          <a:r>
            <a:rPr lang="en-IN" b="0" i="0"/>
            <a:t>: Ensures consistent build and deployment processes, improving the reliability and quality of releases.</a:t>
          </a:r>
          <a:endParaRPr lang="en-US"/>
        </a:p>
      </dgm:t>
    </dgm:pt>
    <dgm:pt modelId="{AC39B968-9C90-4E6A-B841-D5836FCB79FA}" type="parTrans" cxnId="{1F58D250-3D01-4371-9866-7ECB3D3C7850}">
      <dgm:prSet/>
      <dgm:spPr/>
      <dgm:t>
        <a:bodyPr/>
        <a:lstStyle/>
        <a:p>
          <a:endParaRPr lang="en-US"/>
        </a:p>
      </dgm:t>
    </dgm:pt>
    <dgm:pt modelId="{C0FCE685-5E26-48BD-B321-7C6AAB5B53F5}" type="sibTrans" cxnId="{1F58D250-3D01-4371-9866-7ECB3D3C7850}">
      <dgm:prSet/>
      <dgm:spPr/>
      <dgm:t>
        <a:bodyPr/>
        <a:lstStyle/>
        <a:p>
          <a:endParaRPr lang="en-US"/>
        </a:p>
      </dgm:t>
    </dgm:pt>
    <dgm:pt modelId="{60271BCE-9238-42B9-ABAB-CC4A0215DA46}">
      <dgm:prSet/>
      <dgm:spPr/>
      <dgm:t>
        <a:bodyPr/>
        <a:lstStyle/>
        <a:p>
          <a:r>
            <a:rPr lang="en-IN" b="1" i="0"/>
            <a:t>Security</a:t>
          </a:r>
          <a:r>
            <a:rPr lang="en-IN" b="0" i="0"/>
            <a:t>: Enhanced security features, such as temporary access tokens and granular repository access, protect your code and infrastructure</a:t>
          </a:r>
          <a:endParaRPr lang="en-US"/>
        </a:p>
      </dgm:t>
    </dgm:pt>
    <dgm:pt modelId="{1549182C-B478-40FD-B2F2-C139493428A0}" type="parTrans" cxnId="{D7F36D4A-AECC-4FCE-B330-B3293198CF1B}">
      <dgm:prSet/>
      <dgm:spPr/>
      <dgm:t>
        <a:bodyPr/>
        <a:lstStyle/>
        <a:p>
          <a:endParaRPr lang="en-US"/>
        </a:p>
      </dgm:t>
    </dgm:pt>
    <dgm:pt modelId="{47B92B7B-184D-4828-9BAC-0EC65AF7BD77}" type="sibTrans" cxnId="{D7F36D4A-AECC-4FCE-B330-B3293198CF1B}">
      <dgm:prSet/>
      <dgm:spPr/>
      <dgm:t>
        <a:bodyPr/>
        <a:lstStyle/>
        <a:p>
          <a:endParaRPr lang="en-US"/>
        </a:p>
      </dgm:t>
    </dgm:pt>
    <dgm:pt modelId="{3F3EBE72-CB72-47EE-BD61-908DC22B78D4}">
      <dgm:prSet/>
      <dgm:spPr/>
      <dgm:t>
        <a:bodyPr/>
        <a:lstStyle/>
        <a:p>
          <a:r>
            <a:rPr lang="en-IN" b="0" i="0"/>
            <a:t>Overall, automating the app creation process in Bitrise streamlines development workflows, enhances productivity, and ensures high-quality application delivery.</a:t>
          </a:r>
          <a:endParaRPr lang="en-US"/>
        </a:p>
      </dgm:t>
    </dgm:pt>
    <dgm:pt modelId="{07EAD469-8D4A-4171-804D-715B848F403A}" type="parTrans" cxnId="{04F1A4BC-50DB-4CC5-B5F4-1227510E2426}">
      <dgm:prSet/>
      <dgm:spPr/>
      <dgm:t>
        <a:bodyPr/>
        <a:lstStyle/>
        <a:p>
          <a:endParaRPr lang="en-US"/>
        </a:p>
      </dgm:t>
    </dgm:pt>
    <dgm:pt modelId="{2DBD95F6-B055-411A-8F74-CF2EFAA74AB2}" type="sibTrans" cxnId="{04F1A4BC-50DB-4CC5-B5F4-1227510E2426}">
      <dgm:prSet/>
      <dgm:spPr/>
      <dgm:t>
        <a:bodyPr/>
        <a:lstStyle/>
        <a:p>
          <a:endParaRPr lang="en-US"/>
        </a:p>
      </dgm:t>
    </dgm:pt>
    <dgm:pt modelId="{885FAC15-F8DB-5A4B-A96B-FF1FB6A8216B}" type="pres">
      <dgm:prSet presAssocID="{A3876BFE-9C0F-4592-8107-37727A464511}" presName="vert0" presStyleCnt="0">
        <dgm:presLayoutVars>
          <dgm:dir/>
          <dgm:animOne val="branch"/>
          <dgm:animLvl val="lvl"/>
        </dgm:presLayoutVars>
      </dgm:prSet>
      <dgm:spPr/>
    </dgm:pt>
    <dgm:pt modelId="{994E7FB9-A525-5144-B7E8-FB4E26EC4918}" type="pres">
      <dgm:prSet presAssocID="{8840C116-6556-4FB9-8157-7A4037AB2367}" presName="thickLine" presStyleLbl="alignNode1" presStyleIdx="0" presStyleCnt="4"/>
      <dgm:spPr/>
    </dgm:pt>
    <dgm:pt modelId="{2EFC45D0-5294-DF49-ACB5-CF2D15285BBC}" type="pres">
      <dgm:prSet presAssocID="{8840C116-6556-4FB9-8157-7A4037AB2367}" presName="horz1" presStyleCnt="0"/>
      <dgm:spPr/>
    </dgm:pt>
    <dgm:pt modelId="{0D76304C-F452-1845-A567-1558175E4CD9}" type="pres">
      <dgm:prSet presAssocID="{8840C116-6556-4FB9-8157-7A4037AB2367}" presName="tx1" presStyleLbl="revTx" presStyleIdx="0" presStyleCnt="4"/>
      <dgm:spPr/>
    </dgm:pt>
    <dgm:pt modelId="{3DB46FDC-CE3B-604C-9B81-5AA2881877D4}" type="pres">
      <dgm:prSet presAssocID="{8840C116-6556-4FB9-8157-7A4037AB2367}" presName="vert1" presStyleCnt="0"/>
      <dgm:spPr/>
    </dgm:pt>
    <dgm:pt modelId="{07653C20-3869-C848-8483-0CFA0C161740}" type="pres">
      <dgm:prSet presAssocID="{C66E1BAB-F033-44C4-A2BC-0652D3800D1E}" presName="thickLine" presStyleLbl="alignNode1" presStyleIdx="1" presStyleCnt="4"/>
      <dgm:spPr/>
    </dgm:pt>
    <dgm:pt modelId="{CD9A0567-6341-604B-ADFF-83BD5D619FE1}" type="pres">
      <dgm:prSet presAssocID="{C66E1BAB-F033-44C4-A2BC-0652D3800D1E}" presName="horz1" presStyleCnt="0"/>
      <dgm:spPr/>
    </dgm:pt>
    <dgm:pt modelId="{CDD36EFF-63EF-C942-8213-B6308FB9CB19}" type="pres">
      <dgm:prSet presAssocID="{C66E1BAB-F033-44C4-A2BC-0652D3800D1E}" presName="tx1" presStyleLbl="revTx" presStyleIdx="1" presStyleCnt="4"/>
      <dgm:spPr/>
    </dgm:pt>
    <dgm:pt modelId="{3EDAC1A5-5858-154B-98AE-EF54D3E7ABF0}" type="pres">
      <dgm:prSet presAssocID="{C66E1BAB-F033-44C4-A2BC-0652D3800D1E}" presName="vert1" presStyleCnt="0"/>
      <dgm:spPr/>
    </dgm:pt>
    <dgm:pt modelId="{70D951F7-6892-0C4C-86E0-7EA1F02561B5}" type="pres">
      <dgm:prSet presAssocID="{60271BCE-9238-42B9-ABAB-CC4A0215DA46}" presName="thickLine" presStyleLbl="alignNode1" presStyleIdx="2" presStyleCnt="4"/>
      <dgm:spPr/>
    </dgm:pt>
    <dgm:pt modelId="{5BD51F17-4FC8-5F48-B3B7-FBAFB1659304}" type="pres">
      <dgm:prSet presAssocID="{60271BCE-9238-42B9-ABAB-CC4A0215DA46}" presName="horz1" presStyleCnt="0"/>
      <dgm:spPr/>
    </dgm:pt>
    <dgm:pt modelId="{61B6FB9F-7DBB-1C49-BFBA-F977871485D9}" type="pres">
      <dgm:prSet presAssocID="{60271BCE-9238-42B9-ABAB-CC4A0215DA46}" presName="tx1" presStyleLbl="revTx" presStyleIdx="2" presStyleCnt="4"/>
      <dgm:spPr/>
    </dgm:pt>
    <dgm:pt modelId="{2CFD8366-19EE-B842-95A0-33FA2BE38392}" type="pres">
      <dgm:prSet presAssocID="{60271BCE-9238-42B9-ABAB-CC4A0215DA46}" presName="vert1" presStyleCnt="0"/>
      <dgm:spPr/>
    </dgm:pt>
    <dgm:pt modelId="{428542D1-710C-A343-8D90-21158F25E3FC}" type="pres">
      <dgm:prSet presAssocID="{3F3EBE72-CB72-47EE-BD61-908DC22B78D4}" presName="thickLine" presStyleLbl="alignNode1" presStyleIdx="3" presStyleCnt="4"/>
      <dgm:spPr/>
    </dgm:pt>
    <dgm:pt modelId="{14635C65-A8E9-2144-9426-B72B12D1D52C}" type="pres">
      <dgm:prSet presAssocID="{3F3EBE72-CB72-47EE-BD61-908DC22B78D4}" presName="horz1" presStyleCnt="0"/>
      <dgm:spPr/>
    </dgm:pt>
    <dgm:pt modelId="{78D44B5E-FE02-5542-9C64-E8DEC5F14DE7}" type="pres">
      <dgm:prSet presAssocID="{3F3EBE72-CB72-47EE-BD61-908DC22B78D4}" presName="tx1" presStyleLbl="revTx" presStyleIdx="3" presStyleCnt="4"/>
      <dgm:spPr/>
    </dgm:pt>
    <dgm:pt modelId="{D6F85469-D743-E344-B147-F310E6BD9000}" type="pres">
      <dgm:prSet presAssocID="{3F3EBE72-CB72-47EE-BD61-908DC22B78D4}" presName="vert1" presStyleCnt="0"/>
      <dgm:spPr/>
    </dgm:pt>
  </dgm:ptLst>
  <dgm:cxnLst>
    <dgm:cxn modelId="{87542D27-F451-A84D-AC19-8C912D85201B}" type="presOf" srcId="{3F3EBE72-CB72-47EE-BD61-908DC22B78D4}" destId="{78D44B5E-FE02-5542-9C64-E8DEC5F14DE7}" srcOrd="0" destOrd="0" presId="urn:microsoft.com/office/officeart/2008/layout/LinedList"/>
    <dgm:cxn modelId="{D7F36D4A-AECC-4FCE-B330-B3293198CF1B}" srcId="{A3876BFE-9C0F-4592-8107-37727A464511}" destId="{60271BCE-9238-42B9-ABAB-CC4A0215DA46}" srcOrd="2" destOrd="0" parTransId="{1549182C-B478-40FD-B2F2-C139493428A0}" sibTransId="{47B92B7B-184D-4828-9BAC-0EC65AF7BD77}"/>
    <dgm:cxn modelId="{00EAC84F-15C9-EC40-AB8E-AD1590E058E4}" type="presOf" srcId="{8840C116-6556-4FB9-8157-7A4037AB2367}" destId="{0D76304C-F452-1845-A567-1558175E4CD9}" srcOrd="0" destOrd="0" presId="urn:microsoft.com/office/officeart/2008/layout/LinedList"/>
    <dgm:cxn modelId="{1F58D250-3D01-4371-9866-7ECB3D3C7850}" srcId="{A3876BFE-9C0F-4592-8107-37727A464511}" destId="{C66E1BAB-F033-44C4-A2BC-0652D3800D1E}" srcOrd="1" destOrd="0" parTransId="{AC39B968-9C90-4E6A-B841-D5836FCB79FA}" sibTransId="{C0FCE685-5E26-48BD-B321-7C6AAB5B53F5}"/>
    <dgm:cxn modelId="{43640A65-1AA2-C340-8868-D21C531DB5A3}" type="presOf" srcId="{60271BCE-9238-42B9-ABAB-CC4A0215DA46}" destId="{61B6FB9F-7DBB-1C49-BFBA-F977871485D9}" srcOrd="0" destOrd="0" presId="urn:microsoft.com/office/officeart/2008/layout/LinedList"/>
    <dgm:cxn modelId="{194E6668-CFF2-3F46-9652-EA79208DA152}" type="presOf" srcId="{A3876BFE-9C0F-4592-8107-37727A464511}" destId="{885FAC15-F8DB-5A4B-A96B-FF1FB6A8216B}" srcOrd="0" destOrd="0" presId="urn:microsoft.com/office/officeart/2008/layout/LinedList"/>
    <dgm:cxn modelId="{341C2893-0C04-4C41-8F41-A173B25F3959}" type="presOf" srcId="{C66E1BAB-F033-44C4-A2BC-0652D3800D1E}" destId="{CDD36EFF-63EF-C942-8213-B6308FB9CB19}" srcOrd="0" destOrd="0" presId="urn:microsoft.com/office/officeart/2008/layout/LinedList"/>
    <dgm:cxn modelId="{04F1A4BC-50DB-4CC5-B5F4-1227510E2426}" srcId="{A3876BFE-9C0F-4592-8107-37727A464511}" destId="{3F3EBE72-CB72-47EE-BD61-908DC22B78D4}" srcOrd="3" destOrd="0" parTransId="{07EAD469-8D4A-4171-804D-715B848F403A}" sibTransId="{2DBD95F6-B055-411A-8F74-CF2EFAA74AB2}"/>
    <dgm:cxn modelId="{AEBA1DE5-98EA-4AF2-AD5C-FD353674CF02}" srcId="{A3876BFE-9C0F-4592-8107-37727A464511}" destId="{8840C116-6556-4FB9-8157-7A4037AB2367}" srcOrd="0" destOrd="0" parTransId="{1A69D243-F0E3-4C79-9925-18009D8DC964}" sibTransId="{4DD5A2C3-F05F-4944-B16F-634EF0FD5255}"/>
    <dgm:cxn modelId="{6CBC181C-9786-FD46-9A8E-5526461DF360}" type="presParOf" srcId="{885FAC15-F8DB-5A4B-A96B-FF1FB6A8216B}" destId="{994E7FB9-A525-5144-B7E8-FB4E26EC4918}" srcOrd="0" destOrd="0" presId="urn:microsoft.com/office/officeart/2008/layout/LinedList"/>
    <dgm:cxn modelId="{A84414C0-6168-4348-B566-090FCA1A31FD}" type="presParOf" srcId="{885FAC15-F8DB-5A4B-A96B-FF1FB6A8216B}" destId="{2EFC45D0-5294-DF49-ACB5-CF2D15285BBC}" srcOrd="1" destOrd="0" presId="urn:microsoft.com/office/officeart/2008/layout/LinedList"/>
    <dgm:cxn modelId="{C0251037-B609-2445-BAB1-25BD0C87F6F3}" type="presParOf" srcId="{2EFC45D0-5294-DF49-ACB5-CF2D15285BBC}" destId="{0D76304C-F452-1845-A567-1558175E4CD9}" srcOrd="0" destOrd="0" presId="urn:microsoft.com/office/officeart/2008/layout/LinedList"/>
    <dgm:cxn modelId="{56F8EF75-7C8C-B042-ABEE-61BBE20A4AC8}" type="presParOf" srcId="{2EFC45D0-5294-DF49-ACB5-CF2D15285BBC}" destId="{3DB46FDC-CE3B-604C-9B81-5AA2881877D4}" srcOrd="1" destOrd="0" presId="urn:microsoft.com/office/officeart/2008/layout/LinedList"/>
    <dgm:cxn modelId="{CFF42890-6B6D-974D-B1C6-A4102DCC8885}" type="presParOf" srcId="{885FAC15-F8DB-5A4B-A96B-FF1FB6A8216B}" destId="{07653C20-3869-C848-8483-0CFA0C161740}" srcOrd="2" destOrd="0" presId="urn:microsoft.com/office/officeart/2008/layout/LinedList"/>
    <dgm:cxn modelId="{45759DE7-6923-7C42-A0C0-1B71771995CF}" type="presParOf" srcId="{885FAC15-F8DB-5A4B-A96B-FF1FB6A8216B}" destId="{CD9A0567-6341-604B-ADFF-83BD5D619FE1}" srcOrd="3" destOrd="0" presId="urn:microsoft.com/office/officeart/2008/layout/LinedList"/>
    <dgm:cxn modelId="{6BE20B1E-D614-C24B-ACAE-510709DC3F97}" type="presParOf" srcId="{CD9A0567-6341-604B-ADFF-83BD5D619FE1}" destId="{CDD36EFF-63EF-C942-8213-B6308FB9CB19}" srcOrd="0" destOrd="0" presId="urn:microsoft.com/office/officeart/2008/layout/LinedList"/>
    <dgm:cxn modelId="{7853465C-3E36-6C47-A4C8-A49C02AAB482}" type="presParOf" srcId="{CD9A0567-6341-604B-ADFF-83BD5D619FE1}" destId="{3EDAC1A5-5858-154B-98AE-EF54D3E7ABF0}" srcOrd="1" destOrd="0" presId="urn:microsoft.com/office/officeart/2008/layout/LinedList"/>
    <dgm:cxn modelId="{4CC4F37A-1F21-9348-ACE6-F1A9B8063F21}" type="presParOf" srcId="{885FAC15-F8DB-5A4B-A96B-FF1FB6A8216B}" destId="{70D951F7-6892-0C4C-86E0-7EA1F02561B5}" srcOrd="4" destOrd="0" presId="urn:microsoft.com/office/officeart/2008/layout/LinedList"/>
    <dgm:cxn modelId="{9895CCDE-5C3F-F847-8746-789E39F21E71}" type="presParOf" srcId="{885FAC15-F8DB-5A4B-A96B-FF1FB6A8216B}" destId="{5BD51F17-4FC8-5F48-B3B7-FBAFB1659304}" srcOrd="5" destOrd="0" presId="urn:microsoft.com/office/officeart/2008/layout/LinedList"/>
    <dgm:cxn modelId="{20FC9FE4-C554-7045-B836-AE66ED0DB3B7}" type="presParOf" srcId="{5BD51F17-4FC8-5F48-B3B7-FBAFB1659304}" destId="{61B6FB9F-7DBB-1C49-BFBA-F977871485D9}" srcOrd="0" destOrd="0" presId="urn:microsoft.com/office/officeart/2008/layout/LinedList"/>
    <dgm:cxn modelId="{780F4639-CBDC-1D40-90C3-6C1F3D36F4CD}" type="presParOf" srcId="{5BD51F17-4FC8-5F48-B3B7-FBAFB1659304}" destId="{2CFD8366-19EE-B842-95A0-33FA2BE38392}" srcOrd="1" destOrd="0" presId="urn:microsoft.com/office/officeart/2008/layout/LinedList"/>
    <dgm:cxn modelId="{1EDD69D4-74C3-B249-A3D3-334D8EC9E4F0}" type="presParOf" srcId="{885FAC15-F8DB-5A4B-A96B-FF1FB6A8216B}" destId="{428542D1-710C-A343-8D90-21158F25E3FC}" srcOrd="6" destOrd="0" presId="urn:microsoft.com/office/officeart/2008/layout/LinedList"/>
    <dgm:cxn modelId="{1D273842-70DF-024C-A5CE-A676BADB4615}" type="presParOf" srcId="{885FAC15-F8DB-5A4B-A96B-FF1FB6A8216B}" destId="{14635C65-A8E9-2144-9426-B72B12D1D52C}" srcOrd="7" destOrd="0" presId="urn:microsoft.com/office/officeart/2008/layout/LinedList"/>
    <dgm:cxn modelId="{0213F0C1-1A42-CC4A-8108-5E867E283FB8}" type="presParOf" srcId="{14635C65-A8E9-2144-9426-B72B12D1D52C}" destId="{78D44B5E-FE02-5542-9C64-E8DEC5F14DE7}" srcOrd="0" destOrd="0" presId="urn:microsoft.com/office/officeart/2008/layout/LinedList"/>
    <dgm:cxn modelId="{BC2EC08B-1051-CE4E-B042-7E44069F8F73}" type="presParOf" srcId="{14635C65-A8E9-2144-9426-B72B12D1D52C}" destId="{D6F85469-D743-E344-B147-F310E6BD90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1DB1BE-C69B-443C-971C-F36BB0FF71C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69E461C-2AF3-4AB9-A7E7-AEC2671CA7F3}">
      <dgm:prSet/>
      <dgm:spPr/>
      <dgm:t>
        <a:bodyPr/>
        <a:lstStyle/>
        <a:p>
          <a:pPr>
            <a:defRPr b="1"/>
          </a:pPr>
          <a:r>
            <a:rPr lang="en-IN" b="1" i="0"/>
            <a:t>Forking the Repository</a:t>
          </a:r>
          <a:endParaRPr lang="en-US"/>
        </a:p>
      </dgm:t>
    </dgm:pt>
    <dgm:pt modelId="{9C3A8483-DB80-4DCA-944A-5D66423A05AA}" type="parTrans" cxnId="{0E947B10-62C5-4A08-B8C2-ACE2F522D287}">
      <dgm:prSet/>
      <dgm:spPr/>
      <dgm:t>
        <a:bodyPr/>
        <a:lstStyle/>
        <a:p>
          <a:endParaRPr lang="en-US"/>
        </a:p>
      </dgm:t>
    </dgm:pt>
    <dgm:pt modelId="{0F356C2B-A237-488D-921F-90442251F93A}" type="sibTrans" cxnId="{0E947B10-62C5-4A08-B8C2-ACE2F522D287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DD9E290-F441-4C14-9B2E-AA28EC92F56A}">
      <dgm:prSet/>
      <dgm:spPr/>
      <dgm:t>
        <a:bodyPr/>
        <a:lstStyle/>
        <a:p>
          <a:r>
            <a:rPr lang="en-IN" b="0" i="0"/>
            <a:t>Steps to fork the repository</a:t>
          </a:r>
          <a:endParaRPr lang="en-US"/>
        </a:p>
      </dgm:t>
    </dgm:pt>
    <dgm:pt modelId="{A9937411-4DDE-4E32-8A28-44BECF8C54E1}" type="parTrans" cxnId="{1C21E61D-8D95-410C-B910-BD127F06F2B4}">
      <dgm:prSet/>
      <dgm:spPr/>
      <dgm:t>
        <a:bodyPr/>
        <a:lstStyle/>
        <a:p>
          <a:endParaRPr lang="en-US"/>
        </a:p>
      </dgm:t>
    </dgm:pt>
    <dgm:pt modelId="{DB0D463E-38D9-4DBD-B215-63965D089E75}" type="sibTrans" cxnId="{1C21E61D-8D95-410C-B910-BD127F06F2B4}">
      <dgm:prSet/>
      <dgm:spPr/>
      <dgm:t>
        <a:bodyPr/>
        <a:lstStyle/>
        <a:p>
          <a:endParaRPr lang="en-US"/>
        </a:p>
      </dgm:t>
    </dgm:pt>
    <dgm:pt modelId="{9724F45D-AE0D-4BDF-808C-8E514BAD9C18}">
      <dgm:prSet/>
      <dgm:spPr/>
      <dgm:t>
        <a:bodyPr/>
        <a:lstStyle/>
        <a:p>
          <a:pPr>
            <a:defRPr b="1"/>
          </a:pPr>
          <a:r>
            <a:rPr lang="en-IN" b="1" i="0"/>
            <a:t>Submitting a Pull Request</a:t>
          </a:r>
          <a:endParaRPr lang="en-US"/>
        </a:p>
      </dgm:t>
    </dgm:pt>
    <dgm:pt modelId="{A5031A1F-5A9A-4D5F-9097-544C7420D0DD}" type="parTrans" cxnId="{7438C9AB-9E85-4C7A-B299-F59DB96AB134}">
      <dgm:prSet/>
      <dgm:spPr/>
      <dgm:t>
        <a:bodyPr/>
        <a:lstStyle/>
        <a:p>
          <a:endParaRPr lang="en-US"/>
        </a:p>
      </dgm:t>
    </dgm:pt>
    <dgm:pt modelId="{CDC5FEC6-D0E1-4D79-BDBC-E8751E892F25}" type="sibTrans" cxnId="{7438C9AB-9E85-4C7A-B299-F59DB96AB1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A4F648F-8B7C-400C-8089-81B4C6760D67}">
      <dgm:prSet/>
      <dgm:spPr/>
      <dgm:t>
        <a:bodyPr/>
        <a:lstStyle/>
        <a:p>
          <a:r>
            <a:rPr lang="en-IN" b="0" i="0"/>
            <a:t>Adding/Updating the config.yml file</a:t>
          </a:r>
          <a:endParaRPr lang="en-US"/>
        </a:p>
      </dgm:t>
    </dgm:pt>
    <dgm:pt modelId="{C4F45DE7-F002-41C8-BB50-D374BE01F92D}" type="parTrans" cxnId="{23C3CA8A-4302-4602-B4D2-EAD5A36E9CF6}">
      <dgm:prSet/>
      <dgm:spPr/>
      <dgm:t>
        <a:bodyPr/>
        <a:lstStyle/>
        <a:p>
          <a:endParaRPr lang="en-US"/>
        </a:p>
      </dgm:t>
    </dgm:pt>
    <dgm:pt modelId="{433CEC0F-EECF-4F19-9E53-6B2612416C29}" type="sibTrans" cxnId="{23C3CA8A-4302-4602-B4D2-EAD5A36E9CF6}">
      <dgm:prSet/>
      <dgm:spPr/>
      <dgm:t>
        <a:bodyPr/>
        <a:lstStyle/>
        <a:p>
          <a:endParaRPr lang="en-US"/>
        </a:p>
      </dgm:t>
    </dgm:pt>
    <dgm:pt modelId="{697AA3E8-7F58-428C-925B-6A6986BEFEC7}">
      <dgm:prSet/>
      <dgm:spPr/>
      <dgm:t>
        <a:bodyPr/>
        <a:lstStyle/>
        <a:p>
          <a:r>
            <a:rPr lang="en-IN" b="0" i="0"/>
            <a:t>Required information in config.yml:</a:t>
          </a:r>
          <a:endParaRPr lang="en-US"/>
        </a:p>
      </dgm:t>
    </dgm:pt>
    <dgm:pt modelId="{B886301B-BADE-4A35-993A-27361B91BDCB}" type="parTrans" cxnId="{F06C50CE-13B9-477A-8CE5-0151E5318185}">
      <dgm:prSet/>
      <dgm:spPr/>
      <dgm:t>
        <a:bodyPr/>
        <a:lstStyle/>
        <a:p>
          <a:endParaRPr lang="en-US"/>
        </a:p>
      </dgm:t>
    </dgm:pt>
    <dgm:pt modelId="{72ACA447-8D5E-493A-9F71-9A7B3E5F287A}" type="sibTrans" cxnId="{F06C50CE-13B9-477A-8CE5-0151E5318185}">
      <dgm:prSet/>
      <dgm:spPr/>
      <dgm:t>
        <a:bodyPr/>
        <a:lstStyle/>
        <a:p>
          <a:endParaRPr lang="en-US"/>
        </a:p>
      </dgm:t>
    </dgm:pt>
    <dgm:pt modelId="{707DF1DF-3352-420B-9EC4-E5B3B2857975}">
      <dgm:prSet/>
      <dgm:spPr/>
      <dgm:t>
        <a:bodyPr/>
        <a:lstStyle/>
        <a:p>
          <a:r>
            <a:rPr lang="en-IN"/>
            <a:t>Name of the app, App description, App type and user name and email need access to the app</a:t>
          </a:r>
          <a:br>
            <a:rPr lang="en-IN"/>
          </a:br>
          <a:endParaRPr lang="en-US"/>
        </a:p>
      </dgm:t>
    </dgm:pt>
    <dgm:pt modelId="{51364207-E93E-4F42-89D6-2EFD4AA3EB65}" type="parTrans" cxnId="{C6A09D65-C473-406E-B99E-6AE63A028DBD}">
      <dgm:prSet/>
      <dgm:spPr/>
      <dgm:t>
        <a:bodyPr/>
        <a:lstStyle/>
        <a:p>
          <a:endParaRPr lang="en-US"/>
        </a:p>
      </dgm:t>
    </dgm:pt>
    <dgm:pt modelId="{4C24050B-0C40-41D4-A25C-FB2753A6869D}" type="sibTrans" cxnId="{C6A09D65-C473-406E-B99E-6AE63A028DBD}">
      <dgm:prSet/>
      <dgm:spPr/>
      <dgm:t>
        <a:bodyPr/>
        <a:lstStyle/>
        <a:p>
          <a:endParaRPr lang="en-US"/>
        </a:p>
      </dgm:t>
    </dgm:pt>
    <dgm:pt modelId="{848F8BED-E5BA-204B-B3B8-59DEB150B1DB}" type="pres">
      <dgm:prSet presAssocID="{C81DB1BE-C69B-443C-971C-F36BB0FF71C0}" presName="Name0" presStyleCnt="0">
        <dgm:presLayoutVars>
          <dgm:animLvl val="lvl"/>
          <dgm:resizeHandles val="exact"/>
        </dgm:presLayoutVars>
      </dgm:prSet>
      <dgm:spPr/>
    </dgm:pt>
    <dgm:pt modelId="{82F8BB93-CB5D-354A-A858-1AECE157C623}" type="pres">
      <dgm:prSet presAssocID="{369E461C-2AF3-4AB9-A7E7-AEC2671CA7F3}" presName="compositeNode" presStyleCnt="0">
        <dgm:presLayoutVars>
          <dgm:bulletEnabled val="1"/>
        </dgm:presLayoutVars>
      </dgm:prSet>
      <dgm:spPr/>
    </dgm:pt>
    <dgm:pt modelId="{2B1FC435-C8DF-1C49-A99C-6B9228729B1B}" type="pres">
      <dgm:prSet presAssocID="{369E461C-2AF3-4AB9-A7E7-AEC2671CA7F3}" presName="bgRect" presStyleLbl="alignNode1" presStyleIdx="0" presStyleCnt="2"/>
      <dgm:spPr/>
    </dgm:pt>
    <dgm:pt modelId="{E47B78AD-D8E1-6247-BEB5-73BD54822DEA}" type="pres">
      <dgm:prSet presAssocID="{0F356C2B-A237-488D-921F-90442251F93A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9F3990C7-6EC7-D740-9DDA-F96A2974FD3C}" type="pres">
      <dgm:prSet presAssocID="{369E461C-2AF3-4AB9-A7E7-AEC2671CA7F3}" presName="nodeRect" presStyleLbl="alignNode1" presStyleIdx="0" presStyleCnt="2">
        <dgm:presLayoutVars>
          <dgm:bulletEnabled val="1"/>
        </dgm:presLayoutVars>
      </dgm:prSet>
      <dgm:spPr/>
    </dgm:pt>
    <dgm:pt modelId="{A597B02A-E0B8-CE4C-8116-94520687FFCC}" type="pres">
      <dgm:prSet presAssocID="{0F356C2B-A237-488D-921F-90442251F93A}" presName="sibTrans" presStyleCnt="0"/>
      <dgm:spPr/>
    </dgm:pt>
    <dgm:pt modelId="{F9089B41-A700-CC4C-9959-2D1B98271040}" type="pres">
      <dgm:prSet presAssocID="{9724F45D-AE0D-4BDF-808C-8E514BAD9C18}" presName="compositeNode" presStyleCnt="0">
        <dgm:presLayoutVars>
          <dgm:bulletEnabled val="1"/>
        </dgm:presLayoutVars>
      </dgm:prSet>
      <dgm:spPr/>
    </dgm:pt>
    <dgm:pt modelId="{7D5C7776-ECAE-EC45-B5C9-D846434A3FE1}" type="pres">
      <dgm:prSet presAssocID="{9724F45D-AE0D-4BDF-808C-8E514BAD9C18}" presName="bgRect" presStyleLbl="alignNode1" presStyleIdx="1" presStyleCnt="2"/>
      <dgm:spPr/>
    </dgm:pt>
    <dgm:pt modelId="{806AB6BE-4429-B142-81E7-B603C119AEEF}" type="pres">
      <dgm:prSet presAssocID="{CDC5FEC6-D0E1-4D79-BDBC-E8751E892F25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19DB2946-AF9B-AA4C-B2CE-E989B11D9301}" type="pres">
      <dgm:prSet presAssocID="{9724F45D-AE0D-4BDF-808C-8E514BAD9C18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12E37D0B-3EE9-B446-AA5C-D1B1946E99C5}" type="presOf" srcId="{C81DB1BE-C69B-443C-971C-F36BB0FF71C0}" destId="{848F8BED-E5BA-204B-B3B8-59DEB150B1DB}" srcOrd="0" destOrd="0" presId="urn:microsoft.com/office/officeart/2016/7/layout/LinearBlockProcessNumbered"/>
    <dgm:cxn modelId="{0E947B10-62C5-4A08-B8C2-ACE2F522D287}" srcId="{C81DB1BE-C69B-443C-971C-F36BB0FF71C0}" destId="{369E461C-2AF3-4AB9-A7E7-AEC2671CA7F3}" srcOrd="0" destOrd="0" parTransId="{9C3A8483-DB80-4DCA-944A-5D66423A05AA}" sibTransId="{0F356C2B-A237-488D-921F-90442251F93A}"/>
    <dgm:cxn modelId="{1C21E61D-8D95-410C-B910-BD127F06F2B4}" srcId="{369E461C-2AF3-4AB9-A7E7-AEC2671CA7F3}" destId="{2DD9E290-F441-4C14-9B2E-AA28EC92F56A}" srcOrd="0" destOrd="0" parTransId="{A9937411-4DDE-4E32-8A28-44BECF8C54E1}" sibTransId="{DB0D463E-38D9-4DBD-B215-63965D089E75}"/>
    <dgm:cxn modelId="{AD19B224-4EC0-674C-B6E9-529858F04DC1}" type="presOf" srcId="{8A4F648F-8B7C-400C-8089-81B4C6760D67}" destId="{19DB2946-AF9B-AA4C-B2CE-E989B11D9301}" srcOrd="0" destOrd="1" presId="urn:microsoft.com/office/officeart/2016/7/layout/LinearBlockProcessNumbered"/>
    <dgm:cxn modelId="{51196658-12A7-B54D-87F6-C7731A229130}" type="presOf" srcId="{697AA3E8-7F58-428C-925B-6A6986BEFEC7}" destId="{19DB2946-AF9B-AA4C-B2CE-E989B11D9301}" srcOrd="0" destOrd="2" presId="urn:microsoft.com/office/officeart/2016/7/layout/LinearBlockProcessNumbered"/>
    <dgm:cxn modelId="{C6A09D65-C473-406E-B99E-6AE63A028DBD}" srcId="{697AA3E8-7F58-428C-925B-6A6986BEFEC7}" destId="{707DF1DF-3352-420B-9EC4-E5B3B2857975}" srcOrd="0" destOrd="0" parTransId="{51364207-E93E-4F42-89D6-2EFD4AA3EB65}" sibTransId="{4C24050B-0C40-41D4-A25C-FB2753A6869D}"/>
    <dgm:cxn modelId="{23C3CA8A-4302-4602-B4D2-EAD5A36E9CF6}" srcId="{9724F45D-AE0D-4BDF-808C-8E514BAD9C18}" destId="{8A4F648F-8B7C-400C-8089-81B4C6760D67}" srcOrd="0" destOrd="0" parTransId="{C4F45DE7-F002-41C8-BB50-D374BE01F92D}" sibTransId="{433CEC0F-EECF-4F19-9E53-6B2612416C29}"/>
    <dgm:cxn modelId="{165F9395-48D4-B447-A7F3-6C18E46D5D01}" type="presOf" srcId="{707DF1DF-3352-420B-9EC4-E5B3B2857975}" destId="{19DB2946-AF9B-AA4C-B2CE-E989B11D9301}" srcOrd="0" destOrd="3" presId="urn:microsoft.com/office/officeart/2016/7/layout/LinearBlockProcessNumbered"/>
    <dgm:cxn modelId="{4B36B7A8-855C-284B-A765-A999245B29F3}" type="presOf" srcId="{0F356C2B-A237-488D-921F-90442251F93A}" destId="{E47B78AD-D8E1-6247-BEB5-73BD54822DEA}" srcOrd="0" destOrd="0" presId="urn:microsoft.com/office/officeart/2016/7/layout/LinearBlockProcessNumbered"/>
    <dgm:cxn modelId="{7438C9AB-9E85-4C7A-B299-F59DB96AB134}" srcId="{C81DB1BE-C69B-443C-971C-F36BB0FF71C0}" destId="{9724F45D-AE0D-4BDF-808C-8E514BAD9C18}" srcOrd="1" destOrd="0" parTransId="{A5031A1F-5A9A-4D5F-9097-544C7420D0DD}" sibTransId="{CDC5FEC6-D0E1-4D79-BDBC-E8751E892F25}"/>
    <dgm:cxn modelId="{D0018DB4-3D43-C744-8167-71E7CDC59401}" type="presOf" srcId="{369E461C-2AF3-4AB9-A7E7-AEC2671CA7F3}" destId="{2B1FC435-C8DF-1C49-A99C-6B9228729B1B}" srcOrd="0" destOrd="0" presId="urn:microsoft.com/office/officeart/2016/7/layout/LinearBlockProcessNumbered"/>
    <dgm:cxn modelId="{D6B3C5B8-C8B4-8F41-B488-16988DAAEC3D}" type="presOf" srcId="{9724F45D-AE0D-4BDF-808C-8E514BAD9C18}" destId="{7D5C7776-ECAE-EC45-B5C9-D846434A3FE1}" srcOrd="0" destOrd="0" presId="urn:microsoft.com/office/officeart/2016/7/layout/LinearBlockProcessNumbered"/>
    <dgm:cxn modelId="{15DC4CBF-5187-324D-94AA-C4B5AE091392}" type="presOf" srcId="{2DD9E290-F441-4C14-9B2E-AA28EC92F56A}" destId="{9F3990C7-6EC7-D740-9DDA-F96A2974FD3C}" srcOrd="0" destOrd="1" presId="urn:microsoft.com/office/officeart/2016/7/layout/LinearBlockProcessNumbered"/>
    <dgm:cxn modelId="{F06C50CE-13B9-477A-8CE5-0151E5318185}" srcId="{9724F45D-AE0D-4BDF-808C-8E514BAD9C18}" destId="{697AA3E8-7F58-428C-925B-6A6986BEFEC7}" srcOrd="1" destOrd="0" parTransId="{B886301B-BADE-4A35-993A-27361B91BDCB}" sibTransId="{72ACA447-8D5E-493A-9F71-9A7B3E5F287A}"/>
    <dgm:cxn modelId="{E85443E3-6A50-C448-8EA8-1F4E384010FB}" type="presOf" srcId="{CDC5FEC6-D0E1-4D79-BDBC-E8751E892F25}" destId="{806AB6BE-4429-B142-81E7-B603C119AEEF}" srcOrd="0" destOrd="0" presId="urn:microsoft.com/office/officeart/2016/7/layout/LinearBlockProcessNumbered"/>
    <dgm:cxn modelId="{972385FB-5BAA-1B44-9EAC-D4DD3FB0C4DD}" type="presOf" srcId="{369E461C-2AF3-4AB9-A7E7-AEC2671CA7F3}" destId="{9F3990C7-6EC7-D740-9DDA-F96A2974FD3C}" srcOrd="1" destOrd="0" presId="urn:microsoft.com/office/officeart/2016/7/layout/LinearBlockProcessNumbered"/>
    <dgm:cxn modelId="{47E1FAFD-6159-0F4A-9E4E-FC62FBF3DDEA}" type="presOf" srcId="{9724F45D-AE0D-4BDF-808C-8E514BAD9C18}" destId="{19DB2946-AF9B-AA4C-B2CE-E989B11D9301}" srcOrd="1" destOrd="0" presId="urn:microsoft.com/office/officeart/2016/7/layout/LinearBlockProcessNumbered"/>
    <dgm:cxn modelId="{EEEAADE5-051A-2C45-A247-CAA02D2F4CEF}" type="presParOf" srcId="{848F8BED-E5BA-204B-B3B8-59DEB150B1DB}" destId="{82F8BB93-CB5D-354A-A858-1AECE157C623}" srcOrd="0" destOrd="0" presId="urn:microsoft.com/office/officeart/2016/7/layout/LinearBlockProcessNumbered"/>
    <dgm:cxn modelId="{6295C207-C627-AC40-89E6-3750477672CA}" type="presParOf" srcId="{82F8BB93-CB5D-354A-A858-1AECE157C623}" destId="{2B1FC435-C8DF-1C49-A99C-6B9228729B1B}" srcOrd="0" destOrd="0" presId="urn:microsoft.com/office/officeart/2016/7/layout/LinearBlockProcessNumbered"/>
    <dgm:cxn modelId="{25A61159-0D6D-2243-A726-211DA1AFAF1E}" type="presParOf" srcId="{82F8BB93-CB5D-354A-A858-1AECE157C623}" destId="{E47B78AD-D8E1-6247-BEB5-73BD54822DEA}" srcOrd="1" destOrd="0" presId="urn:microsoft.com/office/officeart/2016/7/layout/LinearBlockProcessNumbered"/>
    <dgm:cxn modelId="{40A14BE7-809D-6043-AEDD-BBEB0A01CB3C}" type="presParOf" srcId="{82F8BB93-CB5D-354A-A858-1AECE157C623}" destId="{9F3990C7-6EC7-D740-9DDA-F96A2974FD3C}" srcOrd="2" destOrd="0" presId="urn:microsoft.com/office/officeart/2016/7/layout/LinearBlockProcessNumbered"/>
    <dgm:cxn modelId="{721469D3-7B62-D642-9F22-0C8E7FE1A2FF}" type="presParOf" srcId="{848F8BED-E5BA-204B-B3B8-59DEB150B1DB}" destId="{A597B02A-E0B8-CE4C-8116-94520687FFCC}" srcOrd="1" destOrd="0" presId="urn:microsoft.com/office/officeart/2016/7/layout/LinearBlockProcessNumbered"/>
    <dgm:cxn modelId="{D94AE0A9-248C-504D-9EA9-B264E0807393}" type="presParOf" srcId="{848F8BED-E5BA-204B-B3B8-59DEB150B1DB}" destId="{F9089B41-A700-CC4C-9959-2D1B98271040}" srcOrd="2" destOrd="0" presId="urn:microsoft.com/office/officeart/2016/7/layout/LinearBlockProcessNumbered"/>
    <dgm:cxn modelId="{DC0D2140-EE99-4D41-8F8A-6B9B605D8139}" type="presParOf" srcId="{F9089B41-A700-CC4C-9959-2D1B98271040}" destId="{7D5C7776-ECAE-EC45-B5C9-D846434A3FE1}" srcOrd="0" destOrd="0" presId="urn:microsoft.com/office/officeart/2016/7/layout/LinearBlockProcessNumbered"/>
    <dgm:cxn modelId="{49AE6240-2CC0-A147-91B8-E277412ADD56}" type="presParOf" srcId="{F9089B41-A700-CC4C-9959-2D1B98271040}" destId="{806AB6BE-4429-B142-81E7-B603C119AEEF}" srcOrd="1" destOrd="0" presId="urn:microsoft.com/office/officeart/2016/7/layout/LinearBlockProcessNumbered"/>
    <dgm:cxn modelId="{B5CD6F7F-363D-DE44-9443-0089E2496EF0}" type="presParOf" srcId="{F9089B41-A700-CC4C-9959-2D1B98271040}" destId="{19DB2946-AF9B-AA4C-B2CE-E989B11D930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A2EBFA-F1AF-4377-B4EE-64B980A03B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FBEB9C-AB24-4E71-9F6E-6A501C200EF7}">
      <dgm:prSet/>
      <dgm:spPr/>
      <dgm:t>
        <a:bodyPr/>
        <a:lstStyle/>
        <a:p>
          <a:r>
            <a:rPr lang="en-IN" b="1" i="0"/>
            <a:t>Validating the Pull Request</a:t>
          </a:r>
          <a:endParaRPr lang="en-US"/>
        </a:p>
      </dgm:t>
    </dgm:pt>
    <dgm:pt modelId="{C8F6980F-617C-407C-9885-83786EE2EA03}" type="parTrans" cxnId="{5E547897-2BEA-4BAB-8DFA-F9FAB43D2F20}">
      <dgm:prSet/>
      <dgm:spPr/>
      <dgm:t>
        <a:bodyPr/>
        <a:lstStyle/>
        <a:p>
          <a:endParaRPr lang="en-US"/>
        </a:p>
      </dgm:t>
    </dgm:pt>
    <dgm:pt modelId="{772BA84A-F9D9-4E98-B520-09F92E6CF03C}" type="sibTrans" cxnId="{5E547897-2BEA-4BAB-8DFA-F9FAB43D2F20}">
      <dgm:prSet/>
      <dgm:spPr/>
      <dgm:t>
        <a:bodyPr/>
        <a:lstStyle/>
        <a:p>
          <a:endParaRPr lang="en-US"/>
        </a:p>
      </dgm:t>
    </dgm:pt>
    <dgm:pt modelId="{1B6C7912-7FBB-4159-8C78-A26EB8B96305}">
      <dgm:prSet/>
      <dgm:spPr/>
      <dgm:t>
        <a:bodyPr/>
        <a:lstStyle/>
        <a:p>
          <a:r>
            <a:rPr lang="en-IN" b="0" i="0"/>
            <a:t>Labeling the request as 'newapp' or 'adduser'</a:t>
          </a:r>
          <a:endParaRPr lang="en-US"/>
        </a:p>
      </dgm:t>
    </dgm:pt>
    <dgm:pt modelId="{480DF381-20FD-4533-B84D-766E28970E9A}" type="parTrans" cxnId="{A943BD9B-3C27-4116-A1DD-EF0E0252204E}">
      <dgm:prSet/>
      <dgm:spPr/>
      <dgm:t>
        <a:bodyPr/>
        <a:lstStyle/>
        <a:p>
          <a:endParaRPr lang="en-US"/>
        </a:p>
      </dgm:t>
    </dgm:pt>
    <dgm:pt modelId="{83F58024-0D4F-4B2E-99A2-F498984F50F6}" type="sibTrans" cxnId="{A943BD9B-3C27-4116-A1DD-EF0E0252204E}">
      <dgm:prSet/>
      <dgm:spPr/>
      <dgm:t>
        <a:bodyPr/>
        <a:lstStyle/>
        <a:p>
          <a:endParaRPr lang="en-US"/>
        </a:p>
      </dgm:t>
    </dgm:pt>
    <dgm:pt modelId="{257B18D9-44FE-4E3E-85C7-922FA1A87709}">
      <dgm:prSet/>
      <dgm:spPr/>
      <dgm:t>
        <a:bodyPr/>
        <a:lstStyle/>
        <a:p>
          <a:r>
            <a:rPr lang="en-IN" b="1" i="0"/>
            <a:t>Vela Pipeline Actions</a:t>
          </a:r>
          <a:endParaRPr lang="en-US"/>
        </a:p>
      </dgm:t>
    </dgm:pt>
    <dgm:pt modelId="{C17BF102-A9C2-4B6C-82D8-417251666205}" type="parTrans" cxnId="{301ABF2B-5C69-4F88-AEE6-172E17D0F335}">
      <dgm:prSet/>
      <dgm:spPr/>
      <dgm:t>
        <a:bodyPr/>
        <a:lstStyle/>
        <a:p>
          <a:endParaRPr lang="en-US"/>
        </a:p>
      </dgm:t>
    </dgm:pt>
    <dgm:pt modelId="{20501A17-F4A6-4B5F-AF88-3C8AB3C96B25}" type="sibTrans" cxnId="{301ABF2B-5C69-4F88-AEE6-172E17D0F335}">
      <dgm:prSet/>
      <dgm:spPr/>
      <dgm:t>
        <a:bodyPr/>
        <a:lstStyle/>
        <a:p>
          <a:endParaRPr lang="en-US"/>
        </a:p>
      </dgm:t>
    </dgm:pt>
    <dgm:pt modelId="{C4606108-FEFD-4DEC-A3D4-FA198FC6657F}">
      <dgm:prSet/>
      <dgm:spPr/>
      <dgm:t>
        <a:bodyPr/>
        <a:lstStyle/>
        <a:p>
          <a:r>
            <a:rPr lang="en-IN" b="0" i="0"/>
            <a:t>Creating a new application in GitHub and Bitrise</a:t>
          </a:r>
          <a:endParaRPr lang="en-US"/>
        </a:p>
      </dgm:t>
    </dgm:pt>
    <dgm:pt modelId="{06670B57-2E75-4E35-A4E8-4C39AA516379}" type="parTrans" cxnId="{121C7090-CE31-4051-9B7A-0F164F620E47}">
      <dgm:prSet/>
      <dgm:spPr/>
      <dgm:t>
        <a:bodyPr/>
        <a:lstStyle/>
        <a:p>
          <a:endParaRPr lang="en-US"/>
        </a:p>
      </dgm:t>
    </dgm:pt>
    <dgm:pt modelId="{1F62F746-2727-4732-AC1E-DE00C599003F}" type="sibTrans" cxnId="{121C7090-CE31-4051-9B7A-0F164F620E47}">
      <dgm:prSet/>
      <dgm:spPr/>
      <dgm:t>
        <a:bodyPr/>
        <a:lstStyle/>
        <a:p>
          <a:endParaRPr lang="en-US"/>
        </a:p>
      </dgm:t>
    </dgm:pt>
    <dgm:pt modelId="{567FEC76-22EB-46C3-A7F8-26B9EB07CB8A}">
      <dgm:prSet/>
      <dgm:spPr/>
      <dgm:t>
        <a:bodyPr/>
        <a:lstStyle/>
        <a:p>
          <a:r>
            <a:rPr lang="en-IN" b="0" i="0"/>
            <a:t>Adding users to the application</a:t>
          </a:r>
          <a:endParaRPr lang="en-US"/>
        </a:p>
      </dgm:t>
    </dgm:pt>
    <dgm:pt modelId="{B86F537B-A72A-466E-ABFE-0F2E2F74D4C3}" type="parTrans" cxnId="{29D22AB1-0283-4818-AAEE-147C8C4F1E2A}">
      <dgm:prSet/>
      <dgm:spPr/>
      <dgm:t>
        <a:bodyPr/>
        <a:lstStyle/>
        <a:p>
          <a:endParaRPr lang="en-US"/>
        </a:p>
      </dgm:t>
    </dgm:pt>
    <dgm:pt modelId="{DAFF7CF8-B531-4C09-9237-27D5E943ED32}" type="sibTrans" cxnId="{29D22AB1-0283-4818-AAEE-147C8C4F1E2A}">
      <dgm:prSet/>
      <dgm:spPr/>
      <dgm:t>
        <a:bodyPr/>
        <a:lstStyle/>
        <a:p>
          <a:endParaRPr lang="en-US"/>
        </a:p>
      </dgm:t>
    </dgm:pt>
    <dgm:pt modelId="{30DB7CA0-A93E-4639-9F63-015AA72FBD19}">
      <dgm:prSet/>
      <dgm:spPr/>
      <dgm:t>
        <a:bodyPr/>
        <a:lstStyle/>
        <a:p>
          <a:r>
            <a:rPr lang="en-IN" b="0" i="0"/>
            <a:t>Automatic messaging and merging changes</a:t>
          </a:r>
          <a:endParaRPr lang="en-US"/>
        </a:p>
      </dgm:t>
    </dgm:pt>
    <dgm:pt modelId="{899B4F7D-6BEE-4ACD-AA10-E1C943E5E369}" type="parTrans" cxnId="{2FA53CED-7D0E-42BA-882F-B493E7BAF5A8}">
      <dgm:prSet/>
      <dgm:spPr/>
      <dgm:t>
        <a:bodyPr/>
        <a:lstStyle/>
        <a:p>
          <a:endParaRPr lang="en-US"/>
        </a:p>
      </dgm:t>
    </dgm:pt>
    <dgm:pt modelId="{B6CE0A72-1EA7-4CD3-B3A7-4FF15C04B6DA}" type="sibTrans" cxnId="{2FA53CED-7D0E-42BA-882F-B493E7BAF5A8}">
      <dgm:prSet/>
      <dgm:spPr/>
      <dgm:t>
        <a:bodyPr/>
        <a:lstStyle/>
        <a:p>
          <a:endParaRPr lang="en-US"/>
        </a:p>
      </dgm:t>
    </dgm:pt>
    <dgm:pt modelId="{5E3692FE-7C43-D14A-B473-555F78092763}" type="pres">
      <dgm:prSet presAssocID="{C1A2EBFA-F1AF-4377-B4EE-64B980A03B77}" presName="linear" presStyleCnt="0">
        <dgm:presLayoutVars>
          <dgm:animLvl val="lvl"/>
          <dgm:resizeHandles val="exact"/>
        </dgm:presLayoutVars>
      </dgm:prSet>
      <dgm:spPr/>
    </dgm:pt>
    <dgm:pt modelId="{7C17A0EE-6A67-7340-BA47-FAA3C861E72D}" type="pres">
      <dgm:prSet presAssocID="{D5FBEB9C-AB24-4E71-9F6E-6A501C200E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6DD4E94-626C-6144-A78E-606D642F02A2}" type="pres">
      <dgm:prSet presAssocID="{D5FBEB9C-AB24-4E71-9F6E-6A501C200EF7}" presName="childText" presStyleLbl="revTx" presStyleIdx="0" presStyleCnt="2">
        <dgm:presLayoutVars>
          <dgm:bulletEnabled val="1"/>
        </dgm:presLayoutVars>
      </dgm:prSet>
      <dgm:spPr/>
    </dgm:pt>
    <dgm:pt modelId="{CAF2F9F6-29CE-3240-8134-9534FB9B635F}" type="pres">
      <dgm:prSet presAssocID="{257B18D9-44FE-4E3E-85C7-922FA1A8770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5D6C6C-1FB8-4D43-958E-957BB757F1B7}" type="pres">
      <dgm:prSet presAssocID="{257B18D9-44FE-4E3E-85C7-922FA1A8770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570DA12-62CE-0D48-8429-45C435365B5D}" type="presOf" srcId="{C1A2EBFA-F1AF-4377-B4EE-64B980A03B77}" destId="{5E3692FE-7C43-D14A-B473-555F78092763}" srcOrd="0" destOrd="0" presId="urn:microsoft.com/office/officeart/2005/8/layout/vList2"/>
    <dgm:cxn modelId="{F795701B-E815-3A43-981D-ADCA63997A68}" type="presOf" srcId="{C4606108-FEFD-4DEC-A3D4-FA198FC6657F}" destId="{025D6C6C-1FB8-4D43-958E-957BB757F1B7}" srcOrd="0" destOrd="0" presId="urn:microsoft.com/office/officeart/2005/8/layout/vList2"/>
    <dgm:cxn modelId="{301ABF2B-5C69-4F88-AEE6-172E17D0F335}" srcId="{C1A2EBFA-F1AF-4377-B4EE-64B980A03B77}" destId="{257B18D9-44FE-4E3E-85C7-922FA1A87709}" srcOrd="1" destOrd="0" parTransId="{C17BF102-A9C2-4B6C-82D8-417251666205}" sibTransId="{20501A17-F4A6-4B5F-AF88-3C8AB3C96B25}"/>
    <dgm:cxn modelId="{9AE8B85A-B6F8-CF4F-ADEE-74A844649D13}" type="presOf" srcId="{257B18D9-44FE-4E3E-85C7-922FA1A87709}" destId="{CAF2F9F6-29CE-3240-8134-9534FB9B635F}" srcOrd="0" destOrd="0" presId="urn:microsoft.com/office/officeart/2005/8/layout/vList2"/>
    <dgm:cxn modelId="{98BB0271-1285-AE4E-AF9D-D412C59F2987}" type="presOf" srcId="{567FEC76-22EB-46C3-A7F8-26B9EB07CB8A}" destId="{025D6C6C-1FB8-4D43-958E-957BB757F1B7}" srcOrd="0" destOrd="1" presId="urn:microsoft.com/office/officeart/2005/8/layout/vList2"/>
    <dgm:cxn modelId="{121C7090-CE31-4051-9B7A-0F164F620E47}" srcId="{257B18D9-44FE-4E3E-85C7-922FA1A87709}" destId="{C4606108-FEFD-4DEC-A3D4-FA198FC6657F}" srcOrd="0" destOrd="0" parTransId="{06670B57-2E75-4E35-A4E8-4C39AA516379}" sibTransId="{1F62F746-2727-4732-AC1E-DE00C599003F}"/>
    <dgm:cxn modelId="{5E547897-2BEA-4BAB-8DFA-F9FAB43D2F20}" srcId="{C1A2EBFA-F1AF-4377-B4EE-64B980A03B77}" destId="{D5FBEB9C-AB24-4E71-9F6E-6A501C200EF7}" srcOrd="0" destOrd="0" parTransId="{C8F6980F-617C-407C-9885-83786EE2EA03}" sibTransId="{772BA84A-F9D9-4E98-B520-09F92E6CF03C}"/>
    <dgm:cxn modelId="{A943BD9B-3C27-4116-A1DD-EF0E0252204E}" srcId="{D5FBEB9C-AB24-4E71-9F6E-6A501C200EF7}" destId="{1B6C7912-7FBB-4159-8C78-A26EB8B96305}" srcOrd="0" destOrd="0" parTransId="{480DF381-20FD-4533-B84D-766E28970E9A}" sibTransId="{83F58024-0D4F-4B2E-99A2-F498984F50F6}"/>
    <dgm:cxn modelId="{29D22AB1-0283-4818-AAEE-147C8C4F1E2A}" srcId="{257B18D9-44FE-4E3E-85C7-922FA1A87709}" destId="{567FEC76-22EB-46C3-A7F8-26B9EB07CB8A}" srcOrd="1" destOrd="0" parTransId="{B86F537B-A72A-466E-ABFE-0F2E2F74D4C3}" sibTransId="{DAFF7CF8-B531-4C09-9237-27D5E943ED32}"/>
    <dgm:cxn modelId="{346ACFB9-F9F6-7C4D-9C4D-9C96A551028E}" type="presOf" srcId="{D5FBEB9C-AB24-4E71-9F6E-6A501C200EF7}" destId="{7C17A0EE-6A67-7340-BA47-FAA3C861E72D}" srcOrd="0" destOrd="0" presId="urn:microsoft.com/office/officeart/2005/8/layout/vList2"/>
    <dgm:cxn modelId="{406F72BE-70FD-CF48-A11C-E209FC83CEB0}" type="presOf" srcId="{30DB7CA0-A93E-4639-9F63-015AA72FBD19}" destId="{025D6C6C-1FB8-4D43-958E-957BB757F1B7}" srcOrd="0" destOrd="2" presId="urn:microsoft.com/office/officeart/2005/8/layout/vList2"/>
    <dgm:cxn modelId="{802F53E1-43E4-2548-A7D1-D1EE96C45CD8}" type="presOf" srcId="{1B6C7912-7FBB-4159-8C78-A26EB8B96305}" destId="{26DD4E94-626C-6144-A78E-606D642F02A2}" srcOrd="0" destOrd="0" presId="urn:microsoft.com/office/officeart/2005/8/layout/vList2"/>
    <dgm:cxn modelId="{2FA53CED-7D0E-42BA-882F-B493E7BAF5A8}" srcId="{257B18D9-44FE-4E3E-85C7-922FA1A87709}" destId="{30DB7CA0-A93E-4639-9F63-015AA72FBD19}" srcOrd="2" destOrd="0" parTransId="{899B4F7D-6BEE-4ACD-AA10-E1C943E5E369}" sibTransId="{B6CE0A72-1EA7-4CD3-B3A7-4FF15C04B6DA}"/>
    <dgm:cxn modelId="{72F1D642-49F7-204C-8E26-880686966E55}" type="presParOf" srcId="{5E3692FE-7C43-D14A-B473-555F78092763}" destId="{7C17A0EE-6A67-7340-BA47-FAA3C861E72D}" srcOrd="0" destOrd="0" presId="urn:microsoft.com/office/officeart/2005/8/layout/vList2"/>
    <dgm:cxn modelId="{9261EF2D-CEE0-454A-BA7C-1EBB277E9773}" type="presParOf" srcId="{5E3692FE-7C43-D14A-B473-555F78092763}" destId="{26DD4E94-626C-6144-A78E-606D642F02A2}" srcOrd="1" destOrd="0" presId="urn:microsoft.com/office/officeart/2005/8/layout/vList2"/>
    <dgm:cxn modelId="{B85A549E-576E-2845-96AF-0A0238311285}" type="presParOf" srcId="{5E3692FE-7C43-D14A-B473-555F78092763}" destId="{CAF2F9F6-29CE-3240-8134-9534FB9B635F}" srcOrd="2" destOrd="0" presId="urn:microsoft.com/office/officeart/2005/8/layout/vList2"/>
    <dgm:cxn modelId="{6B217923-6429-CE42-830B-22B872D61C9B}" type="presParOf" srcId="{5E3692FE-7C43-D14A-B473-555F78092763}" destId="{025D6C6C-1FB8-4D43-958E-957BB757F1B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215D6C-DF29-45F6-B523-8AFAF9DBF933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610CB2-E9FF-49EC-9B7D-CBCFA8BC6E05}">
      <dgm:prSet/>
      <dgm:spPr/>
      <dgm:t>
        <a:bodyPr/>
        <a:lstStyle/>
        <a:p>
          <a:r>
            <a:rPr lang="en-IN" b="1" i="0" dirty="0">
              <a:latin typeface="Calibri" panose="020F0502020204030204" pitchFamily="34" charset="0"/>
              <a:cs typeface="Calibri" panose="020F0502020204030204" pitchFamily="34" charset="0"/>
            </a:rPr>
            <a:t>Role-Based Access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EE93C3D-50BE-4711-A38E-41E51B52D746}" type="parTrans" cxnId="{ECBA2F4E-3A86-410E-8F3A-AF0A5428D67E}">
      <dgm:prSet/>
      <dgm:spPr/>
      <dgm:t>
        <a:bodyPr/>
        <a:lstStyle/>
        <a:p>
          <a:endParaRPr lang="en-US"/>
        </a:p>
      </dgm:t>
    </dgm:pt>
    <dgm:pt modelId="{A1CA2DAA-E599-4764-AA69-B46C7437E6F0}" type="sibTrans" cxnId="{ECBA2F4E-3A86-410E-8F3A-AF0A5428D67E}">
      <dgm:prSet/>
      <dgm:spPr/>
      <dgm:t>
        <a:bodyPr/>
        <a:lstStyle/>
        <a:p>
          <a:endParaRPr lang="en-US"/>
        </a:p>
      </dgm:t>
    </dgm:pt>
    <dgm:pt modelId="{95D19421-41E7-4AED-98E4-47A862B69B93}">
      <dgm:prSet/>
      <dgm:spPr/>
      <dgm:t>
        <a:bodyPr/>
        <a:lstStyle/>
        <a:p>
          <a:r>
            <a:rPr lang="en-IN" b="0" i="0" dirty="0">
              <a:latin typeface="Calibri" panose="020F0502020204030204" pitchFamily="34" charset="0"/>
              <a:cs typeface="Calibri" panose="020F0502020204030204" pitchFamily="34" charset="0"/>
            </a:rPr>
            <a:t>Implementing role-based </a:t>
          </a:r>
          <a:r>
            <a:rPr lang="en-IN" b="0" i="0">
              <a:latin typeface="Calibri" panose="020F0502020204030204" pitchFamily="34" charset="0"/>
              <a:cs typeface="Calibri" panose="020F0502020204030204" pitchFamily="34" charset="0"/>
            </a:rPr>
            <a:t>access to </a:t>
          </a:r>
          <a:r>
            <a:rPr lang="en-IN" b="0" i="0" dirty="0">
              <a:latin typeface="Calibri" panose="020F0502020204030204" pitchFamily="34" charset="0"/>
              <a:cs typeface="Calibri" panose="020F0502020204030204" pitchFamily="34" charset="0"/>
            </a:rPr>
            <a:t>users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2605249-5E75-4213-BDAE-4FAD9A6D1B45}" type="parTrans" cxnId="{CD4EE7D2-44F7-4F93-887A-72DAC334B0E5}">
      <dgm:prSet/>
      <dgm:spPr/>
      <dgm:t>
        <a:bodyPr/>
        <a:lstStyle/>
        <a:p>
          <a:endParaRPr lang="en-US"/>
        </a:p>
      </dgm:t>
    </dgm:pt>
    <dgm:pt modelId="{C9963B84-A8BD-49C0-9D59-CC03905E5EF5}" type="sibTrans" cxnId="{CD4EE7D2-44F7-4F93-887A-72DAC334B0E5}">
      <dgm:prSet/>
      <dgm:spPr/>
      <dgm:t>
        <a:bodyPr/>
        <a:lstStyle/>
        <a:p>
          <a:endParaRPr lang="en-US"/>
        </a:p>
      </dgm:t>
    </dgm:pt>
    <dgm:pt modelId="{1A828BF7-5016-429F-B1CA-93FB0DA11DE8}">
      <dgm:prSet/>
      <dgm:spPr/>
      <dgm:t>
        <a:bodyPr/>
        <a:lstStyle/>
        <a:p>
          <a:r>
            <a:rPr lang="en-IN" b="1" i="0" dirty="0">
              <a:latin typeface="Calibri" panose="020F0502020204030204" pitchFamily="34" charset="0"/>
              <a:cs typeface="Calibri" panose="020F0502020204030204" pitchFamily="34" charset="0"/>
            </a:rPr>
            <a:t>Email Notifications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C9F4FEE-9179-468F-91FE-258E9FC89F60}" type="parTrans" cxnId="{0DB20394-1DA8-4B9C-A4AB-AC836AEDFA0F}">
      <dgm:prSet/>
      <dgm:spPr/>
      <dgm:t>
        <a:bodyPr/>
        <a:lstStyle/>
        <a:p>
          <a:endParaRPr lang="en-US"/>
        </a:p>
      </dgm:t>
    </dgm:pt>
    <dgm:pt modelId="{5867B616-1911-43F0-9AE3-A23CF789432A}" type="sibTrans" cxnId="{0DB20394-1DA8-4B9C-A4AB-AC836AEDFA0F}">
      <dgm:prSet/>
      <dgm:spPr/>
      <dgm:t>
        <a:bodyPr/>
        <a:lstStyle/>
        <a:p>
          <a:endParaRPr lang="en-US"/>
        </a:p>
      </dgm:t>
    </dgm:pt>
    <dgm:pt modelId="{5FF77681-4E5E-4EDD-BE44-6D4CB221CF85}">
      <dgm:prSet/>
      <dgm:spPr/>
      <dgm:t>
        <a:bodyPr/>
        <a:lstStyle/>
        <a:p>
          <a:r>
            <a:rPr lang="en-IN" b="0" i="0" dirty="0">
              <a:latin typeface="Calibri" panose="020F0502020204030204" pitchFamily="34" charset="0"/>
              <a:cs typeface="Calibri" panose="020F0502020204030204" pitchFamily="34" charset="0"/>
            </a:rPr>
            <a:t>Sending notifications upon successful registration in Bitrise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E383BDC-600C-4A98-BF6A-315F0B45028E}" type="parTrans" cxnId="{1CBECF0F-9BCA-44D5-9A38-DDC9C3036BEC}">
      <dgm:prSet/>
      <dgm:spPr/>
      <dgm:t>
        <a:bodyPr/>
        <a:lstStyle/>
        <a:p>
          <a:endParaRPr lang="en-US"/>
        </a:p>
      </dgm:t>
    </dgm:pt>
    <dgm:pt modelId="{5025124D-17C9-4379-B539-561DD40B0E28}" type="sibTrans" cxnId="{1CBECF0F-9BCA-44D5-9A38-DDC9C3036BEC}">
      <dgm:prSet/>
      <dgm:spPr/>
      <dgm:t>
        <a:bodyPr/>
        <a:lstStyle/>
        <a:p>
          <a:endParaRPr lang="en-US"/>
        </a:p>
      </dgm:t>
    </dgm:pt>
    <dgm:pt modelId="{1E7C2C54-1838-6C4F-AD61-F530AA8EE079}" type="pres">
      <dgm:prSet presAssocID="{DF215D6C-DF29-45F6-B523-8AFAF9DBF933}" presName="Name0" presStyleCnt="0">
        <dgm:presLayoutVars>
          <dgm:dir/>
          <dgm:animLvl val="lvl"/>
          <dgm:resizeHandles val="exact"/>
        </dgm:presLayoutVars>
      </dgm:prSet>
      <dgm:spPr/>
    </dgm:pt>
    <dgm:pt modelId="{A8BE73A0-DCC8-0D43-949C-0A22130BC70B}" type="pres">
      <dgm:prSet presAssocID="{0D610CB2-E9FF-49EC-9B7D-CBCFA8BC6E05}" presName="linNode" presStyleCnt="0"/>
      <dgm:spPr/>
    </dgm:pt>
    <dgm:pt modelId="{121A7619-A59D-F04B-AD11-48CD88EBB1E5}" type="pres">
      <dgm:prSet presAssocID="{0D610CB2-E9FF-49EC-9B7D-CBCFA8BC6E0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6EA6F2C-6E8A-AB4B-8C95-A842198DB3AE}" type="pres">
      <dgm:prSet presAssocID="{0D610CB2-E9FF-49EC-9B7D-CBCFA8BC6E05}" presName="descendantText" presStyleLbl="alignAccFollowNode1" presStyleIdx="0" presStyleCnt="2">
        <dgm:presLayoutVars>
          <dgm:bulletEnabled val="1"/>
        </dgm:presLayoutVars>
      </dgm:prSet>
      <dgm:spPr/>
    </dgm:pt>
    <dgm:pt modelId="{DFD02849-67C0-CE4C-933F-A85C7E4D01FB}" type="pres">
      <dgm:prSet presAssocID="{A1CA2DAA-E599-4764-AA69-B46C7437E6F0}" presName="sp" presStyleCnt="0"/>
      <dgm:spPr/>
    </dgm:pt>
    <dgm:pt modelId="{288AC9BD-5890-344A-9E71-38D4F7828013}" type="pres">
      <dgm:prSet presAssocID="{1A828BF7-5016-429F-B1CA-93FB0DA11DE8}" presName="linNode" presStyleCnt="0"/>
      <dgm:spPr/>
    </dgm:pt>
    <dgm:pt modelId="{7B9BBE66-F422-B94B-80D4-EF6331235815}" type="pres">
      <dgm:prSet presAssocID="{1A828BF7-5016-429F-B1CA-93FB0DA11DE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D572559-4547-DA43-B083-CD5A23F282B8}" type="pres">
      <dgm:prSet presAssocID="{1A828BF7-5016-429F-B1CA-93FB0DA11DE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CBECF0F-9BCA-44D5-9A38-DDC9C3036BEC}" srcId="{1A828BF7-5016-429F-B1CA-93FB0DA11DE8}" destId="{5FF77681-4E5E-4EDD-BE44-6D4CB221CF85}" srcOrd="0" destOrd="0" parTransId="{EE383BDC-600C-4A98-BF6A-315F0B45028E}" sibTransId="{5025124D-17C9-4379-B539-561DD40B0E28}"/>
    <dgm:cxn modelId="{9F59184D-18C1-B94A-AC1B-BC7EBBD81E32}" type="presOf" srcId="{95D19421-41E7-4AED-98E4-47A862B69B93}" destId="{26EA6F2C-6E8A-AB4B-8C95-A842198DB3AE}" srcOrd="0" destOrd="0" presId="urn:microsoft.com/office/officeart/2005/8/layout/vList5"/>
    <dgm:cxn modelId="{ECBA2F4E-3A86-410E-8F3A-AF0A5428D67E}" srcId="{DF215D6C-DF29-45F6-B523-8AFAF9DBF933}" destId="{0D610CB2-E9FF-49EC-9B7D-CBCFA8BC6E05}" srcOrd="0" destOrd="0" parTransId="{7EE93C3D-50BE-4711-A38E-41E51B52D746}" sibTransId="{A1CA2DAA-E599-4764-AA69-B46C7437E6F0}"/>
    <dgm:cxn modelId="{3DE9C476-04A8-0C4C-87D9-45DBA587F522}" type="presOf" srcId="{0D610CB2-E9FF-49EC-9B7D-CBCFA8BC6E05}" destId="{121A7619-A59D-F04B-AD11-48CD88EBB1E5}" srcOrd="0" destOrd="0" presId="urn:microsoft.com/office/officeart/2005/8/layout/vList5"/>
    <dgm:cxn modelId="{0DB20394-1DA8-4B9C-A4AB-AC836AEDFA0F}" srcId="{DF215D6C-DF29-45F6-B523-8AFAF9DBF933}" destId="{1A828BF7-5016-429F-B1CA-93FB0DA11DE8}" srcOrd="1" destOrd="0" parTransId="{CC9F4FEE-9179-468F-91FE-258E9FC89F60}" sibTransId="{5867B616-1911-43F0-9AE3-A23CF789432A}"/>
    <dgm:cxn modelId="{3357EEB7-299C-C746-B212-0ED65A4545D5}" type="presOf" srcId="{1A828BF7-5016-429F-B1CA-93FB0DA11DE8}" destId="{7B9BBE66-F422-B94B-80D4-EF6331235815}" srcOrd="0" destOrd="0" presId="urn:microsoft.com/office/officeart/2005/8/layout/vList5"/>
    <dgm:cxn modelId="{CD4EE7D2-44F7-4F93-887A-72DAC334B0E5}" srcId="{0D610CB2-E9FF-49EC-9B7D-CBCFA8BC6E05}" destId="{95D19421-41E7-4AED-98E4-47A862B69B93}" srcOrd="0" destOrd="0" parTransId="{F2605249-5E75-4213-BDAE-4FAD9A6D1B45}" sibTransId="{C9963B84-A8BD-49C0-9D59-CC03905E5EF5}"/>
    <dgm:cxn modelId="{706005E5-FBC8-5345-B144-0D750C54B70D}" type="presOf" srcId="{5FF77681-4E5E-4EDD-BE44-6D4CB221CF85}" destId="{CD572559-4547-DA43-B083-CD5A23F282B8}" srcOrd="0" destOrd="0" presId="urn:microsoft.com/office/officeart/2005/8/layout/vList5"/>
    <dgm:cxn modelId="{38BEF7EF-39AC-F84C-B8AF-8ED9C2FA3698}" type="presOf" srcId="{DF215D6C-DF29-45F6-B523-8AFAF9DBF933}" destId="{1E7C2C54-1838-6C4F-AD61-F530AA8EE079}" srcOrd="0" destOrd="0" presId="urn:microsoft.com/office/officeart/2005/8/layout/vList5"/>
    <dgm:cxn modelId="{33268FDD-7D0A-EE43-839B-E3D6628E42A6}" type="presParOf" srcId="{1E7C2C54-1838-6C4F-AD61-F530AA8EE079}" destId="{A8BE73A0-DCC8-0D43-949C-0A22130BC70B}" srcOrd="0" destOrd="0" presId="urn:microsoft.com/office/officeart/2005/8/layout/vList5"/>
    <dgm:cxn modelId="{09F08A92-FDCC-C444-9A49-FC16B3D232F8}" type="presParOf" srcId="{A8BE73A0-DCC8-0D43-949C-0A22130BC70B}" destId="{121A7619-A59D-F04B-AD11-48CD88EBB1E5}" srcOrd="0" destOrd="0" presId="urn:microsoft.com/office/officeart/2005/8/layout/vList5"/>
    <dgm:cxn modelId="{5BE1CA74-B78F-C945-8872-3DA268B55185}" type="presParOf" srcId="{A8BE73A0-DCC8-0D43-949C-0A22130BC70B}" destId="{26EA6F2C-6E8A-AB4B-8C95-A842198DB3AE}" srcOrd="1" destOrd="0" presId="urn:microsoft.com/office/officeart/2005/8/layout/vList5"/>
    <dgm:cxn modelId="{F1387FA1-2C26-2548-9EB3-EF4D19A6ED2C}" type="presParOf" srcId="{1E7C2C54-1838-6C4F-AD61-F530AA8EE079}" destId="{DFD02849-67C0-CE4C-933F-A85C7E4D01FB}" srcOrd="1" destOrd="0" presId="urn:microsoft.com/office/officeart/2005/8/layout/vList5"/>
    <dgm:cxn modelId="{FF35A89D-9F35-7C4D-8240-6FE974893E7D}" type="presParOf" srcId="{1E7C2C54-1838-6C4F-AD61-F530AA8EE079}" destId="{288AC9BD-5890-344A-9E71-38D4F7828013}" srcOrd="2" destOrd="0" presId="urn:microsoft.com/office/officeart/2005/8/layout/vList5"/>
    <dgm:cxn modelId="{FF2D00A8-F82B-1744-8645-95244D79B48B}" type="presParOf" srcId="{288AC9BD-5890-344A-9E71-38D4F7828013}" destId="{7B9BBE66-F422-B94B-80D4-EF6331235815}" srcOrd="0" destOrd="0" presId="urn:microsoft.com/office/officeart/2005/8/layout/vList5"/>
    <dgm:cxn modelId="{2745B83A-DA5B-CC4B-86B7-33E5F8CDCF16}" type="presParOf" srcId="{288AC9BD-5890-344A-9E71-38D4F7828013}" destId="{CD572559-4547-DA43-B083-CD5A23F282B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3EE99F-737C-44F5-872A-AC28D6B6C45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8D7E5C-52BA-49F6-885E-FDFA88C56D3B}">
      <dgm:prSet/>
      <dgm:spPr/>
      <dgm:t>
        <a:bodyPr/>
        <a:lstStyle/>
        <a:p>
          <a:r>
            <a:rPr lang="en-IN" b="1" i="0"/>
            <a:t>Streamlined Workflows</a:t>
          </a:r>
          <a:r>
            <a:rPr lang="en-IN" b="0" i="0"/>
            <a:t>: The integration of GitHub, Vela, and Bitrise creates a seamless workflow from code commit to deployment, reducing manual steps and potential bottlenecks.</a:t>
          </a:r>
          <a:endParaRPr lang="en-US"/>
        </a:p>
      </dgm:t>
    </dgm:pt>
    <dgm:pt modelId="{F0835105-A752-4664-AD4A-4E61814BA62C}" type="parTrans" cxnId="{A113FE39-AF98-4A18-9725-57C613B89D82}">
      <dgm:prSet/>
      <dgm:spPr/>
      <dgm:t>
        <a:bodyPr/>
        <a:lstStyle/>
        <a:p>
          <a:endParaRPr lang="en-US"/>
        </a:p>
      </dgm:t>
    </dgm:pt>
    <dgm:pt modelId="{79B56916-C073-4293-B8C7-56152F3244DA}" type="sibTrans" cxnId="{A113FE39-AF98-4A18-9725-57C613B89D82}">
      <dgm:prSet/>
      <dgm:spPr/>
      <dgm:t>
        <a:bodyPr/>
        <a:lstStyle/>
        <a:p>
          <a:endParaRPr lang="en-US"/>
        </a:p>
      </dgm:t>
    </dgm:pt>
    <dgm:pt modelId="{00F43099-9B9D-4527-869B-66113133B1F5}">
      <dgm:prSet/>
      <dgm:spPr/>
      <dgm:t>
        <a:bodyPr/>
        <a:lstStyle/>
        <a:p>
          <a:r>
            <a:rPr lang="en-IN" b="1" i="0" dirty="0"/>
            <a:t>Faster Time to Market</a:t>
          </a:r>
          <a:r>
            <a:rPr lang="en-IN" b="0" i="0" dirty="0"/>
            <a:t>: By automating repetitive tasks, the development process is accelerated, allowing for quicker releases and updates.</a:t>
          </a:r>
          <a:endParaRPr lang="en-US" dirty="0"/>
        </a:p>
      </dgm:t>
    </dgm:pt>
    <dgm:pt modelId="{0A45C163-E78F-43C2-90B1-125BEE3D3BB2}" type="parTrans" cxnId="{7A332450-EA7D-49B7-990A-7829D65E04A6}">
      <dgm:prSet/>
      <dgm:spPr/>
      <dgm:t>
        <a:bodyPr/>
        <a:lstStyle/>
        <a:p>
          <a:endParaRPr lang="en-US"/>
        </a:p>
      </dgm:t>
    </dgm:pt>
    <dgm:pt modelId="{8C3C8182-ACC1-41E1-872C-442B2340C84E}" type="sibTrans" cxnId="{7A332450-EA7D-49B7-990A-7829D65E04A6}">
      <dgm:prSet/>
      <dgm:spPr/>
      <dgm:t>
        <a:bodyPr/>
        <a:lstStyle/>
        <a:p>
          <a:endParaRPr lang="en-US"/>
        </a:p>
      </dgm:t>
    </dgm:pt>
    <dgm:pt modelId="{E3C48303-7ADC-4873-9FD1-1303A6E975F6}">
      <dgm:prSet/>
      <dgm:spPr/>
      <dgm:t>
        <a:bodyPr/>
        <a:lstStyle/>
        <a:p>
          <a:r>
            <a:rPr lang="en-IN" b="1" i="0"/>
            <a:t>Reduced Manual Errors</a:t>
          </a:r>
          <a:r>
            <a:rPr lang="en-IN" b="0" i="0"/>
            <a:t>: Automation minimizes the chances of manual errors, ensuring that each step in the process is executed correctly and consistently.</a:t>
          </a:r>
          <a:endParaRPr lang="en-US"/>
        </a:p>
      </dgm:t>
    </dgm:pt>
    <dgm:pt modelId="{A8324093-BD6F-45F5-B7C1-0DA29EC2BF56}" type="parTrans" cxnId="{EA8A093D-47BF-41E4-8D3B-931983EB1D02}">
      <dgm:prSet/>
      <dgm:spPr/>
      <dgm:t>
        <a:bodyPr/>
        <a:lstStyle/>
        <a:p>
          <a:endParaRPr lang="en-US"/>
        </a:p>
      </dgm:t>
    </dgm:pt>
    <dgm:pt modelId="{1E96E295-8F67-4D0F-8641-9682D12405BE}" type="sibTrans" cxnId="{EA8A093D-47BF-41E4-8D3B-931983EB1D02}">
      <dgm:prSet/>
      <dgm:spPr/>
      <dgm:t>
        <a:bodyPr/>
        <a:lstStyle/>
        <a:p>
          <a:endParaRPr lang="en-US"/>
        </a:p>
      </dgm:t>
    </dgm:pt>
    <dgm:pt modelId="{BBB1EA0E-E471-43C8-9050-53ED8D6E7FDE}">
      <dgm:prSet/>
      <dgm:spPr/>
      <dgm:t>
        <a:bodyPr/>
        <a:lstStyle/>
        <a:p>
          <a:r>
            <a:rPr lang="en-IN" b="1" i="0"/>
            <a:t>Better Resource Management</a:t>
          </a:r>
          <a:r>
            <a:rPr lang="en-IN" b="0" i="0"/>
            <a:t>: Automated processes ensure efficient use of resources, reducing waste and optimizing performance.</a:t>
          </a:r>
          <a:endParaRPr lang="en-US"/>
        </a:p>
      </dgm:t>
    </dgm:pt>
    <dgm:pt modelId="{5A3F8C35-E5F8-420E-A2F2-81C0736CC1E3}" type="parTrans" cxnId="{8E15E931-9CBB-4B34-A450-E0E85811E6D6}">
      <dgm:prSet/>
      <dgm:spPr/>
      <dgm:t>
        <a:bodyPr/>
        <a:lstStyle/>
        <a:p>
          <a:endParaRPr lang="en-US"/>
        </a:p>
      </dgm:t>
    </dgm:pt>
    <dgm:pt modelId="{4947429D-F29D-4C03-85F9-C722DFE650EA}" type="sibTrans" cxnId="{8E15E931-9CBB-4B34-A450-E0E85811E6D6}">
      <dgm:prSet/>
      <dgm:spPr/>
      <dgm:t>
        <a:bodyPr/>
        <a:lstStyle/>
        <a:p>
          <a:endParaRPr lang="en-US"/>
        </a:p>
      </dgm:t>
    </dgm:pt>
    <dgm:pt modelId="{C241E89B-D7B0-435C-B601-A400CF317C4F}">
      <dgm:prSet/>
      <dgm:spPr/>
      <dgm:t>
        <a:bodyPr/>
        <a:lstStyle/>
        <a:p>
          <a:r>
            <a:rPr lang="en-IN" b="1" i="0" dirty="0"/>
            <a:t>Enhanced Developer Experience</a:t>
          </a:r>
          <a:r>
            <a:rPr lang="en-IN" b="0" i="0" dirty="0"/>
            <a:t>: Developers can focus on writing code and developing features rather than managing infrastructure and deployment processes.</a:t>
          </a:r>
          <a:endParaRPr lang="en-US" dirty="0"/>
        </a:p>
      </dgm:t>
    </dgm:pt>
    <dgm:pt modelId="{35EC16B1-F069-4405-A830-A8D631500CDB}" type="parTrans" cxnId="{3AB68BDB-C10A-4667-8A99-EB0C21960DE6}">
      <dgm:prSet/>
      <dgm:spPr/>
      <dgm:t>
        <a:bodyPr/>
        <a:lstStyle/>
        <a:p>
          <a:endParaRPr lang="en-US"/>
        </a:p>
      </dgm:t>
    </dgm:pt>
    <dgm:pt modelId="{E8C96816-CEAF-43EC-A778-48F9A35212B7}" type="sibTrans" cxnId="{3AB68BDB-C10A-4667-8A99-EB0C21960DE6}">
      <dgm:prSet/>
      <dgm:spPr/>
      <dgm:t>
        <a:bodyPr/>
        <a:lstStyle/>
        <a:p>
          <a:endParaRPr lang="en-US"/>
        </a:p>
      </dgm:t>
    </dgm:pt>
    <dgm:pt modelId="{D7E933C1-2D6E-4841-B1BD-F5E3AFFD4487}" type="pres">
      <dgm:prSet presAssocID="{BC3EE99F-737C-44F5-872A-AC28D6B6C45B}" presName="vert0" presStyleCnt="0">
        <dgm:presLayoutVars>
          <dgm:dir/>
          <dgm:animOne val="branch"/>
          <dgm:animLvl val="lvl"/>
        </dgm:presLayoutVars>
      </dgm:prSet>
      <dgm:spPr/>
    </dgm:pt>
    <dgm:pt modelId="{2B32F7CC-30E0-A146-9C7E-5FC0BDEAB858}" type="pres">
      <dgm:prSet presAssocID="{308D7E5C-52BA-49F6-885E-FDFA88C56D3B}" presName="thickLine" presStyleLbl="alignNode1" presStyleIdx="0" presStyleCnt="5"/>
      <dgm:spPr/>
    </dgm:pt>
    <dgm:pt modelId="{7A75ED2C-5945-EE4F-AE2B-B9AB69F027DD}" type="pres">
      <dgm:prSet presAssocID="{308D7E5C-52BA-49F6-885E-FDFA88C56D3B}" presName="horz1" presStyleCnt="0"/>
      <dgm:spPr/>
    </dgm:pt>
    <dgm:pt modelId="{E932FD8E-EAD2-544D-BDED-5A0275CDC4C8}" type="pres">
      <dgm:prSet presAssocID="{308D7E5C-52BA-49F6-885E-FDFA88C56D3B}" presName="tx1" presStyleLbl="revTx" presStyleIdx="0" presStyleCnt="5"/>
      <dgm:spPr/>
    </dgm:pt>
    <dgm:pt modelId="{91510732-14F8-0548-833B-5F3ABF6C7238}" type="pres">
      <dgm:prSet presAssocID="{308D7E5C-52BA-49F6-885E-FDFA88C56D3B}" presName="vert1" presStyleCnt="0"/>
      <dgm:spPr/>
    </dgm:pt>
    <dgm:pt modelId="{E0BBD254-3A84-7248-B40E-43C1ACD3C289}" type="pres">
      <dgm:prSet presAssocID="{00F43099-9B9D-4527-869B-66113133B1F5}" presName="thickLine" presStyleLbl="alignNode1" presStyleIdx="1" presStyleCnt="5"/>
      <dgm:spPr/>
    </dgm:pt>
    <dgm:pt modelId="{7236CEA9-0C3B-D244-870D-9698A186FD36}" type="pres">
      <dgm:prSet presAssocID="{00F43099-9B9D-4527-869B-66113133B1F5}" presName="horz1" presStyleCnt="0"/>
      <dgm:spPr/>
    </dgm:pt>
    <dgm:pt modelId="{9D2B4A83-ADB6-E245-99C8-268DBBCA9F5F}" type="pres">
      <dgm:prSet presAssocID="{00F43099-9B9D-4527-869B-66113133B1F5}" presName="tx1" presStyleLbl="revTx" presStyleIdx="1" presStyleCnt="5"/>
      <dgm:spPr/>
    </dgm:pt>
    <dgm:pt modelId="{E58A79CC-5D3B-9848-8233-CF5D800DDFA6}" type="pres">
      <dgm:prSet presAssocID="{00F43099-9B9D-4527-869B-66113133B1F5}" presName="vert1" presStyleCnt="0"/>
      <dgm:spPr/>
    </dgm:pt>
    <dgm:pt modelId="{541E0506-9FE6-BE47-9B2A-B9E8A47A3444}" type="pres">
      <dgm:prSet presAssocID="{E3C48303-7ADC-4873-9FD1-1303A6E975F6}" presName="thickLine" presStyleLbl="alignNode1" presStyleIdx="2" presStyleCnt="5"/>
      <dgm:spPr/>
    </dgm:pt>
    <dgm:pt modelId="{CEF06400-C084-0D40-B3C4-E1E3650A9818}" type="pres">
      <dgm:prSet presAssocID="{E3C48303-7ADC-4873-9FD1-1303A6E975F6}" presName="horz1" presStyleCnt="0"/>
      <dgm:spPr/>
    </dgm:pt>
    <dgm:pt modelId="{39D01E8B-27C3-024A-9305-F8D182BF7177}" type="pres">
      <dgm:prSet presAssocID="{E3C48303-7ADC-4873-9FD1-1303A6E975F6}" presName="tx1" presStyleLbl="revTx" presStyleIdx="2" presStyleCnt="5"/>
      <dgm:spPr/>
    </dgm:pt>
    <dgm:pt modelId="{47C5AC83-0A5B-2A45-8E05-20CA6246D0DC}" type="pres">
      <dgm:prSet presAssocID="{E3C48303-7ADC-4873-9FD1-1303A6E975F6}" presName="vert1" presStyleCnt="0"/>
      <dgm:spPr/>
    </dgm:pt>
    <dgm:pt modelId="{D95E08A2-5F2F-6943-92D1-A10A71FC120E}" type="pres">
      <dgm:prSet presAssocID="{BBB1EA0E-E471-43C8-9050-53ED8D6E7FDE}" presName="thickLine" presStyleLbl="alignNode1" presStyleIdx="3" presStyleCnt="5"/>
      <dgm:spPr/>
    </dgm:pt>
    <dgm:pt modelId="{1C672C50-F35E-7E44-9D76-2BAFD01DD117}" type="pres">
      <dgm:prSet presAssocID="{BBB1EA0E-E471-43C8-9050-53ED8D6E7FDE}" presName="horz1" presStyleCnt="0"/>
      <dgm:spPr/>
    </dgm:pt>
    <dgm:pt modelId="{8FC1F2EB-FDAC-3E41-9B6F-7A81E9A7EAAB}" type="pres">
      <dgm:prSet presAssocID="{BBB1EA0E-E471-43C8-9050-53ED8D6E7FDE}" presName="tx1" presStyleLbl="revTx" presStyleIdx="3" presStyleCnt="5"/>
      <dgm:spPr/>
    </dgm:pt>
    <dgm:pt modelId="{114F7AEC-3E7B-F745-9201-F316F31ED365}" type="pres">
      <dgm:prSet presAssocID="{BBB1EA0E-E471-43C8-9050-53ED8D6E7FDE}" presName="vert1" presStyleCnt="0"/>
      <dgm:spPr/>
    </dgm:pt>
    <dgm:pt modelId="{8886241B-8506-3D49-B4DB-25AA0EB00156}" type="pres">
      <dgm:prSet presAssocID="{C241E89B-D7B0-435C-B601-A400CF317C4F}" presName="thickLine" presStyleLbl="alignNode1" presStyleIdx="4" presStyleCnt="5"/>
      <dgm:spPr/>
    </dgm:pt>
    <dgm:pt modelId="{34355202-C383-4241-B7E7-B046F91FA386}" type="pres">
      <dgm:prSet presAssocID="{C241E89B-D7B0-435C-B601-A400CF317C4F}" presName="horz1" presStyleCnt="0"/>
      <dgm:spPr/>
    </dgm:pt>
    <dgm:pt modelId="{B0D701DD-B534-464B-8FB3-3EA0237C53AB}" type="pres">
      <dgm:prSet presAssocID="{C241E89B-D7B0-435C-B601-A400CF317C4F}" presName="tx1" presStyleLbl="revTx" presStyleIdx="4" presStyleCnt="5"/>
      <dgm:spPr/>
    </dgm:pt>
    <dgm:pt modelId="{4EC85E5A-68BA-0543-B86C-E49DBCCB1B67}" type="pres">
      <dgm:prSet presAssocID="{C241E89B-D7B0-435C-B601-A400CF317C4F}" presName="vert1" presStyleCnt="0"/>
      <dgm:spPr/>
    </dgm:pt>
  </dgm:ptLst>
  <dgm:cxnLst>
    <dgm:cxn modelId="{8E15E931-9CBB-4B34-A450-E0E85811E6D6}" srcId="{BC3EE99F-737C-44F5-872A-AC28D6B6C45B}" destId="{BBB1EA0E-E471-43C8-9050-53ED8D6E7FDE}" srcOrd="3" destOrd="0" parTransId="{5A3F8C35-E5F8-420E-A2F2-81C0736CC1E3}" sibTransId="{4947429D-F29D-4C03-85F9-C722DFE650EA}"/>
    <dgm:cxn modelId="{A113FE39-AF98-4A18-9725-57C613B89D82}" srcId="{BC3EE99F-737C-44F5-872A-AC28D6B6C45B}" destId="{308D7E5C-52BA-49F6-885E-FDFA88C56D3B}" srcOrd="0" destOrd="0" parTransId="{F0835105-A752-4664-AD4A-4E61814BA62C}" sibTransId="{79B56916-C073-4293-B8C7-56152F3244DA}"/>
    <dgm:cxn modelId="{EA8A093D-47BF-41E4-8D3B-931983EB1D02}" srcId="{BC3EE99F-737C-44F5-872A-AC28D6B6C45B}" destId="{E3C48303-7ADC-4873-9FD1-1303A6E975F6}" srcOrd="2" destOrd="0" parTransId="{A8324093-BD6F-45F5-B7C1-0DA29EC2BF56}" sibTransId="{1E96E295-8F67-4D0F-8641-9682D12405BE}"/>
    <dgm:cxn modelId="{A1D9C746-7927-E341-BD96-69683E797EF1}" type="presOf" srcId="{BBB1EA0E-E471-43C8-9050-53ED8D6E7FDE}" destId="{8FC1F2EB-FDAC-3E41-9B6F-7A81E9A7EAAB}" srcOrd="0" destOrd="0" presId="urn:microsoft.com/office/officeart/2008/layout/LinedList"/>
    <dgm:cxn modelId="{7A332450-EA7D-49B7-990A-7829D65E04A6}" srcId="{BC3EE99F-737C-44F5-872A-AC28D6B6C45B}" destId="{00F43099-9B9D-4527-869B-66113133B1F5}" srcOrd="1" destOrd="0" parTransId="{0A45C163-E78F-43C2-90B1-125BEE3D3BB2}" sibTransId="{8C3C8182-ACC1-41E1-872C-442B2340C84E}"/>
    <dgm:cxn modelId="{47588C54-8870-7D4A-91C7-898F899D6D9E}" type="presOf" srcId="{E3C48303-7ADC-4873-9FD1-1303A6E975F6}" destId="{39D01E8B-27C3-024A-9305-F8D182BF7177}" srcOrd="0" destOrd="0" presId="urn:microsoft.com/office/officeart/2008/layout/LinedList"/>
    <dgm:cxn modelId="{EE1E9877-25A8-A245-8AFF-B67210FDFA30}" type="presOf" srcId="{308D7E5C-52BA-49F6-885E-FDFA88C56D3B}" destId="{E932FD8E-EAD2-544D-BDED-5A0275CDC4C8}" srcOrd="0" destOrd="0" presId="urn:microsoft.com/office/officeart/2008/layout/LinedList"/>
    <dgm:cxn modelId="{8BFF8A86-E727-154E-8FA3-B2B1BED3AD05}" type="presOf" srcId="{00F43099-9B9D-4527-869B-66113133B1F5}" destId="{9D2B4A83-ADB6-E245-99C8-268DBBCA9F5F}" srcOrd="0" destOrd="0" presId="urn:microsoft.com/office/officeart/2008/layout/LinedList"/>
    <dgm:cxn modelId="{8CC118BB-6BF4-E841-9A1A-AD979D58BD6F}" type="presOf" srcId="{BC3EE99F-737C-44F5-872A-AC28D6B6C45B}" destId="{D7E933C1-2D6E-4841-B1BD-F5E3AFFD4487}" srcOrd="0" destOrd="0" presId="urn:microsoft.com/office/officeart/2008/layout/LinedList"/>
    <dgm:cxn modelId="{B855C0C9-ED03-D04D-9747-260DB280B1AF}" type="presOf" srcId="{C241E89B-D7B0-435C-B601-A400CF317C4F}" destId="{B0D701DD-B534-464B-8FB3-3EA0237C53AB}" srcOrd="0" destOrd="0" presId="urn:microsoft.com/office/officeart/2008/layout/LinedList"/>
    <dgm:cxn modelId="{3AB68BDB-C10A-4667-8A99-EB0C21960DE6}" srcId="{BC3EE99F-737C-44F5-872A-AC28D6B6C45B}" destId="{C241E89B-D7B0-435C-B601-A400CF317C4F}" srcOrd="4" destOrd="0" parTransId="{35EC16B1-F069-4405-A830-A8D631500CDB}" sibTransId="{E8C96816-CEAF-43EC-A778-48F9A35212B7}"/>
    <dgm:cxn modelId="{792053A2-4AB3-4940-B561-9350E8238D12}" type="presParOf" srcId="{D7E933C1-2D6E-4841-B1BD-F5E3AFFD4487}" destId="{2B32F7CC-30E0-A146-9C7E-5FC0BDEAB858}" srcOrd="0" destOrd="0" presId="urn:microsoft.com/office/officeart/2008/layout/LinedList"/>
    <dgm:cxn modelId="{CCC7AE9B-D7C6-BA4C-B881-EDF97697BC9A}" type="presParOf" srcId="{D7E933C1-2D6E-4841-B1BD-F5E3AFFD4487}" destId="{7A75ED2C-5945-EE4F-AE2B-B9AB69F027DD}" srcOrd="1" destOrd="0" presId="urn:microsoft.com/office/officeart/2008/layout/LinedList"/>
    <dgm:cxn modelId="{92F08A7A-F560-0849-9D96-C0808544C201}" type="presParOf" srcId="{7A75ED2C-5945-EE4F-AE2B-B9AB69F027DD}" destId="{E932FD8E-EAD2-544D-BDED-5A0275CDC4C8}" srcOrd="0" destOrd="0" presId="urn:microsoft.com/office/officeart/2008/layout/LinedList"/>
    <dgm:cxn modelId="{427E0670-0CF2-9D40-9E78-5EAE0F900B68}" type="presParOf" srcId="{7A75ED2C-5945-EE4F-AE2B-B9AB69F027DD}" destId="{91510732-14F8-0548-833B-5F3ABF6C7238}" srcOrd="1" destOrd="0" presId="urn:microsoft.com/office/officeart/2008/layout/LinedList"/>
    <dgm:cxn modelId="{37C16CB1-FB06-9340-9626-E37844FB7F54}" type="presParOf" srcId="{D7E933C1-2D6E-4841-B1BD-F5E3AFFD4487}" destId="{E0BBD254-3A84-7248-B40E-43C1ACD3C289}" srcOrd="2" destOrd="0" presId="urn:microsoft.com/office/officeart/2008/layout/LinedList"/>
    <dgm:cxn modelId="{BEC8615E-8748-1D4F-8E26-FB17DA735492}" type="presParOf" srcId="{D7E933C1-2D6E-4841-B1BD-F5E3AFFD4487}" destId="{7236CEA9-0C3B-D244-870D-9698A186FD36}" srcOrd="3" destOrd="0" presId="urn:microsoft.com/office/officeart/2008/layout/LinedList"/>
    <dgm:cxn modelId="{71DA12DC-0329-F342-A807-49F0B724323A}" type="presParOf" srcId="{7236CEA9-0C3B-D244-870D-9698A186FD36}" destId="{9D2B4A83-ADB6-E245-99C8-268DBBCA9F5F}" srcOrd="0" destOrd="0" presId="urn:microsoft.com/office/officeart/2008/layout/LinedList"/>
    <dgm:cxn modelId="{E535A04B-31B9-3143-8CA8-652B43C71F38}" type="presParOf" srcId="{7236CEA9-0C3B-D244-870D-9698A186FD36}" destId="{E58A79CC-5D3B-9848-8233-CF5D800DDFA6}" srcOrd="1" destOrd="0" presId="urn:microsoft.com/office/officeart/2008/layout/LinedList"/>
    <dgm:cxn modelId="{09BE9CA1-B73C-3D4F-BEC4-C3726C82AE32}" type="presParOf" srcId="{D7E933C1-2D6E-4841-B1BD-F5E3AFFD4487}" destId="{541E0506-9FE6-BE47-9B2A-B9E8A47A3444}" srcOrd="4" destOrd="0" presId="urn:microsoft.com/office/officeart/2008/layout/LinedList"/>
    <dgm:cxn modelId="{3AA54F51-BBF9-C04A-AA75-557F85FE23E8}" type="presParOf" srcId="{D7E933C1-2D6E-4841-B1BD-F5E3AFFD4487}" destId="{CEF06400-C084-0D40-B3C4-E1E3650A9818}" srcOrd="5" destOrd="0" presId="urn:microsoft.com/office/officeart/2008/layout/LinedList"/>
    <dgm:cxn modelId="{A3CC7575-30FF-204F-8B23-A87E5F0B034F}" type="presParOf" srcId="{CEF06400-C084-0D40-B3C4-E1E3650A9818}" destId="{39D01E8B-27C3-024A-9305-F8D182BF7177}" srcOrd="0" destOrd="0" presId="urn:microsoft.com/office/officeart/2008/layout/LinedList"/>
    <dgm:cxn modelId="{152A122F-02C9-6E45-AACE-6B4647614908}" type="presParOf" srcId="{CEF06400-C084-0D40-B3C4-E1E3650A9818}" destId="{47C5AC83-0A5B-2A45-8E05-20CA6246D0DC}" srcOrd="1" destOrd="0" presId="urn:microsoft.com/office/officeart/2008/layout/LinedList"/>
    <dgm:cxn modelId="{872D8760-C474-8D43-A507-DC5E5E5EE380}" type="presParOf" srcId="{D7E933C1-2D6E-4841-B1BD-F5E3AFFD4487}" destId="{D95E08A2-5F2F-6943-92D1-A10A71FC120E}" srcOrd="6" destOrd="0" presId="urn:microsoft.com/office/officeart/2008/layout/LinedList"/>
    <dgm:cxn modelId="{709D730B-CEA6-4649-94ED-FB0A21C2FA62}" type="presParOf" srcId="{D7E933C1-2D6E-4841-B1BD-F5E3AFFD4487}" destId="{1C672C50-F35E-7E44-9D76-2BAFD01DD117}" srcOrd="7" destOrd="0" presId="urn:microsoft.com/office/officeart/2008/layout/LinedList"/>
    <dgm:cxn modelId="{314B3BDA-A9EF-F24E-BB07-8454D51A764A}" type="presParOf" srcId="{1C672C50-F35E-7E44-9D76-2BAFD01DD117}" destId="{8FC1F2EB-FDAC-3E41-9B6F-7A81E9A7EAAB}" srcOrd="0" destOrd="0" presId="urn:microsoft.com/office/officeart/2008/layout/LinedList"/>
    <dgm:cxn modelId="{026FE704-1DD3-524C-A6C1-50491BA7B422}" type="presParOf" srcId="{1C672C50-F35E-7E44-9D76-2BAFD01DD117}" destId="{114F7AEC-3E7B-F745-9201-F316F31ED365}" srcOrd="1" destOrd="0" presId="urn:microsoft.com/office/officeart/2008/layout/LinedList"/>
    <dgm:cxn modelId="{2BC344A7-1EE5-A748-9B99-048A5799424E}" type="presParOf" srcId="{D7E933C1-2D6E-4841-B1BD-F5E3AFFD4487}" destId="{8886241B-8506-3D49-B4DB-25AA0EB00156}" srcOrd="8" destOrd="0" presId="urn:microsoft.com/office/officeart/2008/layout/LinedList"/>
    <dgm:cxn modelId="{AB452C6A-9D89-4247-8F56-80D2670C23CF}" type="presParOf" srcId="{D7E933C1-2D6E-4841-B1BD-F5E3AFFD4487}" destId="{34355202-C383-4241-B7E7-B046F91FA386}" srcOrd="9" destOrd="0" presId="urn:microsoft.com/office/officeart/2008/layout/LinedList"/>
    <dgm:cxn modelId="{7141C6D3-5A5A-944C-949C-BB6C270220BF}" type="presParOf" srcId="{34355202-C383-4241-B7E7-B046F91FA386}" destId="{B0D701DD-B534-464B-8FB3-3EA0237C53AB}" srcOrd="0" destOrd="0" presId="urn:microsoft.com/office/officeart/2008/layout/LinedList"/>
    <dgm:cxn modelId="{BA99B5F2-0498-0C45-A04F-EE59A0E849D6}" type="presParOf" srcId="{34355202-C383-4241-B7E7-B046F91FA386}" destId="{4EC85E5A-68BA-0543-B86C-E49DBCCB1B6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4E7FB9-A525-5144-B7E8-FB4E26EC491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6304C-F452-1845-A567-1558175E4CD9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/>
            <a:t>Efficiency</a:t>
          </a:r>
          <a:r>
            <a:rPr lang="en-IN" sz="2100" b="0" i="0" kern="1200"/>
            <a:t>: Automating workflows from code commit to deployment speeds up the development process and reduces time to market.</a:t>
          </a:r>
          <a:endParaRPr lang="en-US" sz="2100" kern="1200"/>
        </a:p>
      </dsp:txBody>
      <dsp:txXfrm>
        <a:off x="0" y="0"/>
        <a:ext cx="6900512" cy="1384035"/>
      </dsp:txXfrm>
    </dsp:sp>
    <dsp:sp modelId="{07653C20-3869-C848-8483-0CFA0C161740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36EFF-63EF-C942-8213-B6308FB9CB1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/>
            <a:t>Consistency</a:t>
          </a:r>
          <a:r>
            <a:rPr lang="en-IN" sz="2100" b="0" i="0" kern="1200"/>
            <a:t>: Ensures consistent build and deployment processes, improving the reliability and quality of releases.</a:t>
          </a:r>
          <a:endParaRPr lang="en-US" sz="2100" kern="1200"/>
        </a:p>
      </dsp:txBody>
      <dsp:txXfrm>
        <a:off x="0" y="1384035"/>
        <a:ext cx="6900512" cy="1384035"/>
      </dsp:txXfrm>
    </dsp:sp>
    <dsp:sp modelId="{70D951F7-6892-0C4C-86E0-7EA1F02561B5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6FB9F-7DBB-1C49-BFBA-F977871485D9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/>
            <a:t>Security</a:t>
          </a:r>
          <a:r>
            <a:rPr lang="en-IN" sz="2100" b="0" i="0" kern="1200"/>
            <a:t>: Enhanced security features, such as temporary access tokens and granular repository access, protect your code and infrastructure</a:t>
          </a:r>
          <a:endParaRPr lang="en-US" sz="2100" kern="1200"/>
        </a:p>
      </dsp:txBody>
      <dsp:txXfrm>
        <a:off x="0" y="2768070"/>
        <a:ext cx="6900512" cy="1384035"/>
      </dsp:txXfrm>
    </dsp:sp>
    <dsp:sp modelId="{428542D1-710C-A343-8D90-21158F25E3FC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44B5E-FE02-5542-9C64-E8DEC5F14DE7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/>
            <a:t>Overall, automating the app creation process in Bitrise streamlines development workflows, enhances productivity, and ensures high-quality application delivery.</a:t>
          </a:r>
          <a:endParaRPr lang="en-US" sz="2100" kern="1200"/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1FC435-C8DF-1C49-A99C-6B9228729B1B}">
      <dsp:nvSpPr>
        <dsp:cNvPr id="0" name=""/>
        <dsp:cNvSpPr/>
      </dsp:nvSpPr>
      <dsp:spPr>
        <a:xfrm>
          <a:off x="3286" y="0"/>
          <a:ext cx="5052417" cy="394887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0" rIns="499067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i="0" kern="1200"/>
            <a:t>Forking the Repository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Steps to fork the repository</a:t>
          </a:r>
          <a:endParaRPr lang="en-US" sz="1800" kern="1200"/>
        </a:p>
      </dsp:txBody>
      <dsp:txXfrm>
        <a:off x="3286" y="1579550"/>
        <a:ext cx="5052417" cy="2369325"/>
      </dsp:txXfrm>
    </dsp:sp>
    <dsp:sp modelId="{E47B78AD-D8E1-6247-BEB5-73BD54822DEA}">
      <dsp:nvSpPr>
        <dsp:cNvPr id="0" name=""/>
        <dsp:cNvSpPr/>
      </dsp:nvSpPr>
      <dsp:spPr>
        <a:xfrm>
          <a:off x="3286" y="0"/>
          <a:ext cx="5052417" cy="157955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165100" rIns="4990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286" y="0"/>
        <a:ext cx="5052417" cy="1579550"/>
      </dsp:txXfrm>
    </dsp:sp>
    <dsp:sp modelId="{7D5C7776-ECAE-EC45-B5C9-D846434A3FE1}">
      <dsp:nvSpPr>
        <dsp:cNvPr id="0" name=""/>
        <dsp:cNvSpPr/>
      </dsp:nvSpPr>
      <dsp:spPr>
        <a:xfrm>
          <a:off x="5459896" y="0"/>
          <a:ext cx="5052417" cy="3948876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0" rIns="499067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i="0" kern="1200"/>
            <a:t>Submitting a Pull Request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Adding/Updating the config.yml file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0" i="0" kern="1200"/>
            <a:t>Required information in config.yml: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Name of the app, App description, App type and user name and email need access to the app</a:t>
          </a:r>
          <a:br>
            <a:rPr lang="en-IN" sz="1800" kern="1200"/>
          </a:br>
          <a:endParaRPr lang="en-US" sz="1800" kern="1200"/>
        </a:p>
      </dsp:txBody>
      <dsp:txXfrm>
        <a:off x="5459896" y="1579550"/>
        <a:ext cx="5052417" cy="2369325"/>
      </dsp:txXfrm>
    </dsp:sp>
    <dsp:sp modelId="{806AB6BE-4429-B142-81E7-B603C119AEEF}">
      <dsp:nvSpPr>
        <dsp:cNvPr id="0" name=""/>
        <dsp:cNvSpPr/>
      </dsp:nvSpPr>
      <dsp:spPr>
        <a:xfrm>
          <a:off x="5459896" y="0"/>
          <a:ext cx="5052417" cy="157955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165100" rIns="4990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459896" y="0"/>
        <a:ext cx="5052417" cy="1579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7A0EE-6A67-7340-BA47-FAA3C861E72D}">
      <dsp:nvSpPr>
        <dsp:cNvPr id="0" name=""/>
        <dsp:cNvSpPr/>
      </dsp:nvSpPr>
      <dsp:spPr>
        <a:xfrm>
          <a:off x="0" y="56820"/>
          <a:ext cx="6900512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i="0" kern="1200"/>
            <a:t>Validating the Pull Request</a:t>
          </a:r>
          <a:endParaRPr lang="en-US" sz="4000" kern="1200"/>
        </a:p>
      </dsp:txBody>
      <dsp:txXfrm>
        <a:off x="47976" y="104796"/>
        <a:ext cx="6804560" cy="886848"/>
      </dsp:txXfrm>
    </dsp:sp>
    <dsp:sp modelId="{26DD4E94-626C-6144-A78E-606D642F02A2}">
      <dsp:nvSpPr>
        <dsp:cNvPr id="0" name=""/>
        <dsp:cNvSpPr/>
      </dsp:nvSpPr>
      <dsp:spPr>
        <a:xfrm>
          <a:off x="0" y="1039620"/>
          <a:ext cx="6900512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b="0" i="0" kern="1200"/>
            <a:t>Labeling the request as 'newapp' or 'adduser'</a:t>
          </a:r>
          <a:endParaRPr lang="en-US" sz="3100" kern="1200"/>
        </a:p>
      </dsp:txBody>
      <dsp:txXfrm>
        <a:off x="0" y="1039620"/>
        <a:ext cx="6900512" cy="972900"/>
      </dsp:txXfrm>
    </dsp:sp>
    <dsp:sp modelId="{CAF2F9F6-29CE-3240-8134-9534FB9B635F}">
      <dsp:nvSpPr>
        <dsp:cNvPr id="0" name=""/>
        <dsp:cNvSpPr/>
      </dsp:nvSpPr>
      <dsp:spPr>
        <a:xfrm>
          <a:off x="0" y="2012520"/>
          <a:ext cx="6900512" cy="98280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i="0" kern="1200"/>
            <a:t>Vela Pipeline Actions</a:t>
          </a:r>
          <a:endParaRPr lang="en-US" sz="4000" kern="1200"/>
        </a:p>
      </dsp:txBody>
      <dsp:txXfrm>
        <a:off x="47976" y="2060496"/>
        <a:ext cx="6804560" cy="886848"/>
      </dsp:txXfrm>
    </dsp:sp>
    <dsp:sp modelId="{025D6C6C-1FB8-4D43-958E-957BB757F1B7}">
      <dsp:nvSpPr>
        <dsp:cNvPr id="0" name=""/>
        <dsp:cNvSpPr/>
      </dsp:nvSpPr>
      <dsp:spPr>
        <a:xfrm>
          <a:off x="0" y="2995320"/>
          <a:ext cx="6900512" cy="24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b="0" i="0" kern="1200"/>
            <a:t>Creating a new application in GitHub and Bitrise</a:t>
          </a:r>
          <a:endParaRPr lang="en-US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b="0" i="0" kern="1200"/>
            <a:t>Adding users to the application</a:t>
          </a:r>
          <a:endParaRPr lang="en-US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b="0" i="0" kern="1200"/>
            <a:t>Automatic messaging and merging changes</a:t>
          </a:r>
          <a:endParaRPr lang="en-US" sz="3100" kern="1200"/>
        </a:p>
      </dsp:txBody>
      <dsp:txXfrm>
        <a:off x="0" y="2995320"/>
        <a:ext cx="6900512" cy="2484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A6F2C-6E8A-AB4B-8C95-A842198DB3AE}">
      <dsp:nvSpPr>
        <dsp:cNvPr id="0" name=""/>
        <dsp:cNvSpPr/>
      </dsp:nvSpPr>
      <dsp:spPr>
        <a:xfrm rot="5400000">
          <a:off x="6380114" y="-2401826"/>
          <a:ext cx="1540987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7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Implementing role-based </a:t>
          </a:r>
          <a:r>
            <a:rPr lang="en-IN" sz="3700" b="0" i="0" kern="1200">
              <a:latin typeface="Calibri" panose="020F0502020204030204" pitchFamily="34" charset="0"/>
              <a:cs typeface="Calibri" panose="020F0502020204030204" pitchFamily="34" charset="0"/>
            </a:rPr>
            <a:t>access to </a:t>
          </a:r>
          <a:r>
            <a:rPr lang="en-IN" sz="37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users</a:t>
          </a:r>
          <a:endParaRPr lang="en-US" sz="37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785616" y="267897"/>
        <a:ext cx="6654759" cy="1390537"/>
      </dsp:txXfrm>
    </dsp:sp>
    <dsp:sp modelId="{121A7619-A59D-F04B-AD11-48CD88EBB1E5}">
      <dsp:nvSpPr>
        <dsp:cNvPr id="0" name=""/>
        <dsp:cNvSpPr/>
      </dsp:nvSpPr>
      <dsp:spPr>
        <a:xfrm>
          <a:off x="0" y="48"/>
          <a:ext cx="3785616" cy="192623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b="1" i="0" kern="1200" dirty="0">
              <a:latin typeface="Calibri" panose="020F0502020204030204" pitchFamily="34" charset="0"/>
              <a:cs typeface="Calibri" panose="020F0502020204030204" pitchFamily="34" charset="0"/>
            </a:rPr>
            <a:t>Role-Based Access</a:t>
          </a:r>
          <a:endParaRPr lang="en-US" sz="4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94031" y="94079"/>
        <a:ext cx="3597554" cy="1738171"/>
      </dsp:txXfrm>
    </dsp:sp>
    <dsp:sp modelId="{CD572559-4547-DA43-B083-CD5A23F282B8}">
      <dsp:nvSpPr>
        <dsp:cNvPr id="0" name=""/>
        <dsp:cNvSpPr/>
      </dsp:nvSpPr>
      <dsp:spPr>
        <a:xfrm rot="5400000">
          <a:off x="6380114" y="-379281"/>
          <a:ext cx="1540987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700" b="0" i="0" kern="1200" dirty="0">
              <a:latin typeface="Calibri" panose="020F0502020204030204" pitchFamily="34" charset="0"/>
              <a:cs typeface="Calibri" panose="020F0502020204030204" pitchFamily="34" charset="0"/>
            </a:rPr>
            <a:t>Sending notifications upon successful registration in Bitrise</a:t>
          </a:r>
          <a:endParaRPr lang="en-US" sz="37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785616" y="2290442"/>
        <a:ext cx="6654759" cy="1390537"/>
      </dsp:txXfrm>
    </dsp:sp>
    <dsp:sp modelId="{7B9BBE66-F422-B94B-80D4-EF6331235815}">
      <dsp:nvSpPr>
        <dsp:cNvPr id="0" name=""/>
        <dsp:cNvSpPr/>
      </dsp:nvSpPr>
      <dsp:spPr>
        <a:xfrm>
          <a:off x="0" y="2022593"/>
          <a:ext cx="3785616" cy="1926233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b="1" i="0" kern="1200" dirty="0">
              <a:latin typeface="Calibri" panose="020F0502020204030204" pitchFamily="34" charset="0"/>
              <a:cs typeface="Calibri" panose="020F0502020204030204" pitchFamily="34" charset="0"/>
            </a:rPr>
            <a:t>Email Notifications</a:t>
          </a:r>
          <a:endParaRPr lang="en-US" sz="45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94031" y="2116624"/>
        <a:ext cx="3597554" cy="17381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2F7CC-30E0-A146-9C7E-5FC0BDEAB858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2FD8E-EAD2-544D-BDED-5A0275CDC4C8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kern="1200"/>
            <a:t>Streamlined Workflows</a:t>
          </a:r>
          <a:r>
            <a:rPr lang="en-IN" sz="1900" b="0" i="0" kern="1200"/>
            <a:t>: The integration of GitHub, Vela, and Bitrise creates a seamless workflow from code commit to deployment, reducing manual steps and potential bottlenecks.</a:t>
          </a:r>
          <a:endParaRPr lang="en-US" sz="1900" kern="1200"/>
        </a:p>
      </dsp:txBody>
      <dsp:txXfrm>
        <a:off x="0" y="675"/>
        <a:ext cx="6900512" cy="1106957"/>
      </dsp:txXfrm>
    </dsp:sp>
    <dsp:sp modelId="{E0BBD254-3A84-7248-B40E-43C1ACD3C289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B4A83-ADB6-E245-99C8-268DBBCA9F5F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kern="1200" dirty="0"/>
            <a:t>Faster Time to Market</a:t>
          </a:r>
          <a:r>
            <a:rPr lang="en-IN" sz="1900" b="0" i="0" kern="1200" dirty="0"/>
            <a:t>: By automating repetitive tasks, the development process is accelerated, allowing for quicker releases and updates.</a:t>
          </a:r>
          <a:endParaRPr lang="en-US" sz="1900" kern="1200" dirty="0"/>
        </a:p>
      </dsp:txBody>
      <dsp:txXfrm>
        <a:off x="0" y="1107633"/>
        <a:ext cx="6900512" cy="1106957"/>
      </dsp:txXfrm>
    </dsp:sp>
    <dsp:sp modelId="{541E0506-9FE6-BE47-9B2A-B9E8A47A3444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01E8B-27C3-024A-9305-F8D182BF7177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kern="1200"/>
            <a:t>Reduced Manual Errors</a:t>
          </a:r>
          <a:r>
            <a:rPr lang="en-IN" sz="1900" b="0" i="0" kern="1200"/>
            <a:t>: Automation minimizes the chances of manual errors, ensuring that each step in the process is executed correctly and consistently.</a:t>
          </a:r>
          <a:endParaRPr lang="en-US" sz="1900" kern="1200"/>
        </a:p>
      </dsp:txBody>
      <dsp:txXfrm>
        <a:off x="0" y="2214591"/>
        <a:ext cx="6900512" cy="1106957"/>
      </dsp:txXfrm>
    </dsp:sp>
    <dsp:sp modelId="{D95E08A2-5F2F-6943-92D1-A10A71FC120E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1F2EB-FDAC-3E41-9B6F-7A81E9A7EAAB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kern="1200"/>
            <a:t>Better Resource Management</a:t>
          </a:r>
          <a:r>
            <a:rPr lang="en-IN" sz="1900" b="0" i="0" kern="1200"/>
            <a:t>: Automated processes ensure efficient use of resources, reducing waste and optimizing performance.</a:t>
          </a:r>
          <a:endParaRPr lang="en-US" sz="1900" kern="1200"/>
        </a:p>
      </dsp:txBody>
      <dsp:txXfrm>
        <a:off x="0" y="3321549"/>
        <a:ext cx="6900512" cy="1106957"/>
      </dsp:txXfrm>
    </dsp:sp>
    <dsp:sp modelId="{8886241B-8506-3D49-B4DB-25AA0EB00156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701DD-B534-464B-8FB3-3EA0237C53AB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kern="1200" dirty="0"/>
            <a:t>Enhanced Developer Experience</a:t>
          </a:r>
          <a:r>
            <a:rPr lang="en-IN" sz="1900" b="0" i="0" kern="1200" dirty="0"/>
            <a:t>: Developers can focus on writing code and developing features rather than managing infrastructure and deployment processes.</a:t>
          </a:r>
          <a:endParaRPr lang="en-US" sz="1900" kern="1200" dirty="0"/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32946-E49F-D442-B2F4-E1B310CCC149}" type="datetimeFigureOut">
              <a:rPr lang="en-US" smtClean="0"/>
              <a:t>2/27/25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1B109-BD9D-3242-B9D6-365510300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3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1B109-BD9D-3242-B9D6-3655103004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3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63E9-AEAA-2905-637F-8FAB62CF9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C2411-6F72-3FA0-5318-BF4BE8965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7D76F-CEEA-A50F-2B12-E62EF6DF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443A9-9B21-01B2-C3E4-25C933C7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93243-9E68-B588-D70F-CF90AD61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3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059A-5030-5AAF-98E9-7DFF72CB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41E95-DF9D-7B79-9770-D1C00387C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D6FB3-A750-9EDC-8A58-F058ACB4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35D3E-D5BC-0942-6548-CE0F8339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B1440-92A0-C365-1638-3A598BBA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5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B866-E886-DF62-5446-2490B23E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3B7DB-61EF-42F1-2074-64CA16D12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56F46-CDE6-33C2-AB56-8584BB98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39E0A-976B-7FEC-62AD-7F57F3A4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40A1-930B-185B-C1F5-E241B751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69F1-8C2D-EAE2-7001-8B31D31C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88525-FF5B-9C21-5836-010E45665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78E02-05FB-3617-E4CC-F72BCAD1C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CDB43-021B-47E2-6E60-5855D77B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E597B-C63D-94B7-1F18-58CE3861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10959-6815-51E1-9C2D-E8354C96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9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F27A-D1E8-751E-F51D-D2EE4E435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ED5F0-4F4D-E1E8-90D4-905C16A47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EE236-577B-855A-C196-2BAC83865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FABC5-99FA-C856-9BCD-F2DFE9A7C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CA8BD-D983-16E9-AACD-43679674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5263B-6A01-9150-2E64-A81A17CDE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0E86A-18D3-C33C-BBCB-DB2521EE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55761-E91B-8E06-35E5-908C9DB7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3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B00F-2710-718A-0310-290F2E3BD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9A538-E76A-4EA3-71B2-B71A8004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B2287-D743-2BFE-0742-B7B62CF1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8C568-48DF-D03D-7245-1C337E10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0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FC108-2E96-92CB-3EB4-0AFEBA722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5624E-895F-C997-37C4-6C577F04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A72A1-71F0-AA77-AD08-05633890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0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A3C0-3418-B70F-11F5-2F165D2F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39D-FD76-D29B-7AAF-8A4553C2C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ECFE0-052B-2C81-9749-D5C97AC9E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62CA3-A429-2AFD-A673-BAF0C049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79CB1-073B-3954-9C9D-07A2486E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55F97-C796-84ED-FD05-DFACD9FF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1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E990-AD8E-6B61-22E4-2279A374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CC54A-5468-A9E3-65DC-3789C5182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F963F-9D73-466A-BEBD-27EA4BA6B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B0FC7-5C47-0C5C-B6D1-4D576FF6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88776-9DEA-FFE7-D3C4-7C704F96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C4B0B-4259-6577-EAC8-85557EFE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6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1AECC-E3D1-150F-45A6-F7A8FC9B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D93D9-A578-DACD-940C-9F9DAF862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7E629-6C4A-D0AF-0A24-6D8723D9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B07A3-97E0-157A-157B-2B8ACCDC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F57B6-615A-19FC-287A-048A856E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7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54E495-1891-3371-04F3-860510233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B0887-3E33-FB39-B785-28BBD8543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2B4CC-0866-A874-F00D-F0FA2B5E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CD650-F218-65DF-1007-A3300BDE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16880-7671-35C2-2581-B0FFD0B6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7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09AFF-2B58-DA19-0723-E56A8381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99B39-267B-E9F0-2E0D-40BCAB5F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DA2E7-9306-B275-1681-E16B29539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F8B74-A711-4942-9948-F17771F76DCC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C942E-7ADB-308B-595C-0C45A4519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92D91-84FC-2B8D-41E3-BE75F7438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14B03-5645-6541-A8FB-25383EBAE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3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109A6-1156-A7FC-65D7-C60F7CE48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IN" sz="6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Automating App Creation in Bitrise using GitHub and Vela</a:t>
            </a:r>
            <a:endParaRPr lang="en-US" sz="6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A6BA0-C99E-A002-FCFD-32C2BADA7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Streamlining the Self-Service Application Registration Process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5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F23B1-7C87-F769-A761-FE92AB29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000" b="1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Overview of the Automation Process</a:t>
            </a:r>
            <a:endParaRPr lang="en-US" sz="5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DA375F7-A4C0-6B60-7D59-66E8EF018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82727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843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C006C-1295-3810-586A-DB170D07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End User Instructions</a:t>
            </a:r>
            <a:endParaRPr lang="en-US" sz="5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1770782-5AAA-4F6E-CD7F-097773969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53722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343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D818C-9A23-B9F9-DA96-7E8BAEC6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4200" b="1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Repo Administrator Role</a:t>
            </a:r>
            <a:endParaRPr lang="en-US" sz="4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A18DFA-08FF-6CBC-7D43-B74E2F8B9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48245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86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996EC-BF11-170B-3B2E-87FB1BF5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Future Enhancements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306C54-64BF-EDC4-0168-472375264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11194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105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8F33B-7CA2-100E-77A0-76B2C4D8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0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1ACD4-4426-5E8D-E521-577EBF94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84478A-C0C3-28A7-32B3-F209282B9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96347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210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27C77-2BF8-2E09-D031-F9C37A961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4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368c21-b8cf-42cf-bd0b-43ecd4bc62ae}" enabled="0" method="" siteId="{57368c21-b8cf-42cf-bd0b-43ecd4bc62a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328</Words>
  <Application>Microsoft Macintosh PowerPoint</Application>
  <PresentationFormat>Widescreen</PresentationFormat>
  <Paragraphs>36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Automating App Creation in Bitrise using GitHub and Vela</vt:lpstr>
      <vt:lpstr>Overview of the Automation Process</vt:lpstr>
      <vt:lpstr>End User Instructions</vt:lpstr>
      <vt:lpstr>Repo Administrator Role</vt:lpstr>
      <vt:lpstr>Future Enhancements</vt:lpstr>
      <vt:lpstr>Demo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M, Hidayathullah (Cognizant)</dc:creator>
  <cp:lastModifiedBy>M, Hidayathullah (Cognizant)</cp:lastModifiedBy>
  <cp:revision>1</cp:revision>
  <dcterms:created xsi:type="dcterms:W3CDTF">2025-02-27T12:42:18Z</dcterms:created>
  <dcterms:modified xsi:type="dcterms:W3CDTF">2025-02-27T13:13:18Z</dcterms:modified>
</cp:coreProperties>
</file>