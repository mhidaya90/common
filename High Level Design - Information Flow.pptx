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11"/>
  </p:notes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8D1550-E3B6-4FAF-8B3E-BF8F4863D1CB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48E4FB-788C-4459-BEA8-FD3F5954B6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8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F40DE-C1E4-4A2D-831B-3E9889FC25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46E3A2-2D84-4CB4-BC69-F8CB49953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919BB-E78A-498A-8B19-ACD30ECC5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6E339-C245-4AC3-B309-75A64856183C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A3E21-A9A1-45A1-8FEA-3513E9DF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B5DCD-E226-4857-B155-0F74A979E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4F42-FF47-48FE-916A-6C3E890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223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DA7B4-625B-44FD-B7A3-8561C50D4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D0161-F39E-4C7F-B305-E581BA7CC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4FEEE-9031-4924-B85D-BC0102509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6E339-C245-4AC3-B309-75A64856183C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A48F2-4DF0-4A20-B884-EB1694738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AD99D-A56E-4281-BCC7-6FBE6C8BE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4F42-FF47-48FE-916A-6C3E890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644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9E66F-F828-4257-B1C5-C0B7D69E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74598-62C2-4D8E-AAA4-DCA16EAF3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7D569-BDB3-4999-94C9-E8E195258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6E339-C245-4AC3-B309-75A64856183C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07560-CBEA-4259-8663-0BA66A919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03A7F-7FE3-4A2C-B0B2-22AE3587C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4F42-FF47-48FE-916A-6C3E890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197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2AF47-9D74-4543-968C-614AE7918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23E1A-EDFF-4912-B350-3D81CB542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DF5DBD-FCA1-4AE7-93C6-0BE6BE0CB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3F658-A3CA-4369-9A20-77D3DE4AC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6E339-C245-4AC3-B309-75A64856183C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079C8-CD39-4201-9F72-01B53F8A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6A75CA-6F84-434C-8F73-6FED75F3D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4F42-FF47-48FE-916A-6C3E890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12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13BD1-2695-4F86-917D-8D41E5E2A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7CD41-BCBB-4177-941C-CC005783C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D4323-803E-4CF2-B087-E912E007A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11345D-1F08-48AE-BA8F-1555A6DCAF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BBD7A7-DB10-499A-97AE-8BF50321D1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2F0E1-CB53-4A67-9B5A-52AB5739D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6E339-C245-4AC3-B309-75A64856183C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537441-C5FB-4229-B32E-1249310B8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1631F7-4117-4569-BF96-97FFDDE46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4F42-FF47-48FE-916A-6C3E890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3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C5B1C-CB98-4DAC-9762-EC50B4D6C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A29668-AB78-49B8-BD41-78200B5DF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6E339-C245-4AC3-B309-75A64856183C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3B4274-F186-4EE4-A33E-C5DCD443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FB3DFE-0CF7-4D86-A0B1-0E857CBC5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4F42-FF47-48FE-916A-6C3E890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539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17345D-936A-45C3-A760-20BB3B9A2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6E339-C245-4AC3-B309-75A64856183C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41D5EF-72EE-4E8E-9644-8E62AFD68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3A31E-45C1-4260-B4F7-1F2580208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4F42-FF47-48FE-916A-6C3E890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73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DA61A-8330-4643-A960-D403C9EC3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5D8A6-2068-45C8-87A2-AB2EDB13A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AF644A-C9F9-455A-BA69-DFC2B98633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443A4-5AC1-40EE-8FF3-27355CB0C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6E339-C245-4AC3-B309-75A64856183C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32341D-6F15-47F6-BFCF-4F8626749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187271-ABA9-464C-BB6B-046D1980C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4F42-FF47-48FE-916A-6C3E890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687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E3046-4DBD-48A4-9B75-5E76ECEF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1E49A-AE6C-41D2-8D22-4EF84B2F62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552891-C813-4E0E-9058-1F17BEB26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628EA-65BC-49C6-8A12-CAF2F7CDA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6E339-C245-4AC3-B309-75A64856183C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E7046-C10F-4CA7-819E-B3BD26225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9E383F-B2C2-4568-9168-6E47261B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4F42-FF47-48FE-916A-6C3E890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47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69BD-038F-4B2B-A38E-8CFEDBC02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61B994-7B36-41CF-9EA5-9B84194D2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599F1-A4D0-4C89-AC88-E981A4A1B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6E339-C245-4AC3-B309-75A64856183C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B4871-5378-4EEB-ADEE-8F6B51B70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ED36D-A123-4BDA-B01F-9F257424F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4F42-FF47-48FE-916A-6C3E890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680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8EA2B2-4DCD-4F1F-B162-4FBD11BF24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286ACB-9A25-4143-AD02-9B2591185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1FF07-4553-420E-BFD5-49C430142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6E339-C245-4AC3-B309-75A64856183C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D478C-8C5F-41A0-909C-747B1A66D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4B3AF-85F7-478D-A3E4-4F2973C81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4F42-FF47-48FE-916A-6C3E890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60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F3A1BF-6138-4486-A3A5-BCD9EC5C1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49501-A5B2-4CDF-B597-AE0F2CCD9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65C9C-8964-4C2C-823F-41E865B24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6E339-C245-4AC3-B309-75A64856183C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08578-971B-491A-8227-2B8D19C954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8DC46-8AC5-430D-8DF3-5CD200482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84F42-FF47-48FE-916A-6C3E890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101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C37D68DD-0D79-4F42-BFD2-7E650F4377C3}"/>
              </a:ext>
            </a:extLst>
          </p:cNvPr>
          <p:cNvSpPr/>
          <p:nvPr/>
        </p:nvSpPr>
        <p:spPr>
          <a:xfrm>
            <a:off x="880849" y="3226655"/>
            <a:ext cx="2413288" cy="1232899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 Group Validation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D02D5BA-B445-4000-8AFF-79C34698DB27}"/>
              </a:ext>
            </a:extLst>
          </p:cNvPr>
          <p:cNvCxnSpPr>
            <a:cxnSpLocks/>
          </p:cNvCxnSpPr>
          <p:nvPr/>
        </p:nvCxnSpPr>
        <p:spPr>
          <a:xfrm>
            <a:off x="3294136" y="3843104"/>
            <a:ext cx="863029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EBC2E4B-757A-47E7-B5E5-FB5CCC733BD9}"/>
              </a:ext>
            </a:extLst>
          </p:cNvPr>
          <p:cNvSpPr txBox="1"/>
          <p:nvPr/>
        </p:nvSpPr>
        <p:spPr>
          <a:xfrm>
            <a:off x="3294136" y="3483508"/>
            <a:ext cx="8630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success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9CE3E4-1E58-4ACB-B388-287D104715BB}"/>
              </a:ext>
            </a:extLst>
          </p:cNvPr>
          <p:cNvSpPr txBox="1"/>
          <p:nvPr/>
        </p:nvSpPr>
        <p:spPr>
          <a:xfrm>
            <a:off x="2087493" y="4766069"/>
            <a:ext cx="8630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failure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13F7EA0-3C5A-4C5A-A535-1FD46615C06A}"/>
              </a:ext>
            </a:extLst>
          </p:cNvPr>
          <p:cNvSpPr/>
          <p:nvPr/>
        </p:nvSpPr>
        <p:spPr>
          <a:xfrm>
            <a:off x="4157165" y="2836237"/>
            <a:ext cx="1828800" cy="194181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660E0B-4EA5-4F29-ABD1-953BBDC4AA19}"/>
              </a:ext>
            </a:extLst>
          </p:cNvPr>
          <p:cNvSpPr txBox="1"/>
          <p:nvPr/>
        </p:nvSpPr>
        <p:spPr>
          <a:xfrm>
            <a:off x="4336224" y="2848203"/>
            <a:ext cx="15289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Attribute Config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DA32B5-07EE-4392-B939-D201F93742BF}"/>
              </a:ext>
            </a:extLst>
          </p:cNvPr>
          <p:cNvSpPr/>
          <p:nvPr/>
        </p:nvSpPr>
        <p:spPr>
          <a:xfrm>
            <a:off x="4458543" y="3238129"/>
            <a:ext cx="1284270" cy="36987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3DA97F-99E8-4827-ACF7-9619740A8649}"/>
              </a:ext>
            </a:extLst>
          </p:cNvPr>
          <p:cNvSpPr/>
          <p:nvPr/>
        </p:nvSpPr>
        <p:spPr>
          <a:xfrm>
            <a:off x="4458543" y="3750125"/>
            <a:ext cx="1284270" cy="36987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View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3C7487-22BA-42BB-9619-CD29C7847203}"/>
              </a:ext>
            </a:extLst>
          </p:cNvPr>
          <p:cNvSpPr/>
          <p:nvPr/>
        </p:nvSpPr>
        <p:spPr>
          <a:xfrm>
            <a:off x="4458543" y="4262628"/>
            <a:ext cx="1284270" cy="36987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Update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F9E7608-97F1-461C-90F1-007CCB5CCBD2}"/>
              </a:ext>
            </a:extLst>
          </p:cNvPr>
          <p:cNvSpPr/>
          <p:nvPr/>
        </p:nvSpPr>
        <p:spPr>
          <a:xfrm>
            <a:off x="6763687" y="2824253"/>
            <a:ext cx="2052115" cy="194181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AFF051-E31A-4F34-B158-BB1FFFAD8B3D}"/>
              </a:ext>
            </a:extLst>
          </p:cNvPr>
          <p:cNvSpPr txBox="1"/>
          <p:nvPr/>
        </p:nvSpPr>
        <p:spPr>
          <a:xfrm>
            <a:off x="6773008" y="2897863"/>
            <a:ext cx="2014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Attribute Association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08F0EB5-F122-49FC-B5C9-B7A71DEBDFF4}"/>
              </a:ext>
            </a:extLst>
          </p:cNvPr>
          <p:cNvCxnSpPr>
            <a:cxnSpLocks/>
          </p:cNvCxnSpPr>
          <p:nvPr/>
        </p:nvCxnSpPr>
        <p:spPr>
          <a:xfrm>
            <a:off x="5100678" y="3602996"/>
            <a:ext cx="0" cy="148725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93EC9C4-A91A-424E-ADCF-71C9352F6ED1}"/>
              </a:ext>
            </a:extLst>
          </p:cNvPr>
          <p:cNvCxnSpPr>
            <a:cxnSpLocks/>
          </p:cNvCxnSpPr>
          <p:nvPr/>
        </p:nvCxnSpPr>
        <p:spPr>
          <a:xfrm>
            <a:off x="5056228" y="4124178"/>
            <a:ext cx="0" cy="135207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63648F9-4992-4CAD-BC58-0B259B2DD1D7}"/>
              </a:ext>
            </a:extLst>
          </p:cNvPr>
          <p:cNvCxnSpPr>
            <a:cxnSpLocks/>
          </p:cNvCxnSpPr>
          <p:nvPr/>
        </p:nvCxnSpPr>
        <p:spPr>
          <a:xfrm flipV="1">
            <a:off x="5180053" y="4124058"/>
            <a:ext cx="0" cy="129407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56F8D61-961C-4E60-83A7-05DEEE101FB5}"/>
              </a:ext>
            </a:extLst>
          </p:cNvPr>
          <p:cNvSpPr/>
          <p:nvPr/>
        </p:nvSpPr>
        <p:spPr>
          <a:xfrm>
            <a:off x="6920314" y="3441329"/>
            <a:ext cx="450129" cy="36987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KPI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D8E36A-F4C6-497B-AEA6-34B2406DA441}"/>
              </a:ext>
            </a:extLst>
          </p:cNvPr>
          <p:cNvSpPr/>
          <p:nvPr/>
        </p:nvSpPr>
        <p:spPr>
          <a:xfrm>
            <a:off x="8190314" y="3451675"/>
            <a:ext cx="450129" cy="36987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CM</a:t>
            </a:r>
          </a:p>
        </p:txBody>
      </p:sp>
      <p:sp>
        <p:nvSpPr>
          <p:cNvPr id="29" name="Cross 28">
            <a:extLst>
              <a:ext uri="{FF2B5EF4-FFF2-40B4-BE49-F238E27FC236}">
                <a16:creationId xmlns:a16="http://schemas.microsoft.com/office/drawing/2014/main" id="{F150F12F-A1A9-41EE-8316-0A6E8FDCADA9}"/>
              </a:ext>
            </a:extLst>
          </p:cNvPr>
          <p:cNvSpPr/>
          <p:nvPr/>
        </p:nvSpPr>
        <p:spPr>
          <a:xfrm>
            <a:off x="7543499" y="3445767"/>
            <a:ext cx="177800" cy="177800"/>
          </a:xfrm>
          <a:prstGeom prst="plus">
            <a:avLst>
              <a:gd name="adj" fmla="val 39286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1EA684B-D557-43B4-B687-37251C17C538}"/>
              </a:ext>
            </a:extLst>
          </p:cNvPr>
          <p:cNvSpPr/>
          <p:nvPr/>
        </p:nvSpPr>
        <p:spPr>
          <a:xfrm>
            <a:off x="9504715" y="3539491"/>
            <a:ext cx="2052115" cy="51134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Search and Select attributes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C30B92-6314-486E-AD3A-229BFD6B92AF}"/>
              </a:ext>
            </a:extLst>
          </p:cNvPr>
          <p:cNvSpPr txBox="1"/>
          <p:nvPr/>
        </p:nvSpPr>
        <p:spPr>
          <a:xfrm>
            <a:off x="7257468" y="3188646"/>
            <a:ext cx="8630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Add relation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35595C-CE29-420F-BFAA-B8B277B0AFC2}"/>
              </a:ext>
            </a:extLst>
          </p:cNvPr>
          <p:cNvSpPr txBox="1"/>
          <p:nvPr/>
        </p:nvSpPr>
        <p:spPr>
          <a:xfrm>
            <a:off x="7452600" y="3817449"/>
            <a:ext cx="1044265" cy="229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Remove relation</a:t>
            </a:r>
          </a:p>
        </p:txBody>
      </p:sp>
      <p:sp>
        <p:nvSpPr>
          <p:cNvPr id="33" name="Flowchart: Summing Junction 32">
            <a:extLst>
              <a:ext uri="{FF2B5EF4-FFF2-40B4-BE49-F238E27FC236}">
                <a16:creationId xmlns:a16="http://schemas.microsoft.com/office/drawing/2014/main" id="{27EE4AFC-F473-41D3-B504-51096A2020F4}"/>
              </a:ext>
            </a:extLst>
          </p:cNvPr>
          <p:cNvSpPr/>
          <p:nvPr/>
        </p:nvSpPr>
        <p:spPr>
          <a:xfrm>
            <a:off x="7826422" y="3634504"/>
            <a:ext cx="177800" cy="177800"/>
          </a:xfrm>
          <a:prstGeom prst="flowChartSummingJunction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71D8280-21E5-43AD-BCAC-E0D41E8B3609}"/>
              </a:ext>
            </a:extLst>
          </p:cNvPr>
          <p:cNvSpPr/>
          <p:nvPr/>
        </p:nvSpPr>
        <p:spPr>
          <a:xfrm>
            <a:off x="7150943" y="4205478"/>
            <a:ext cx="1284270" cy="36987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 Attributes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BA3760E-C06F-4BA1-832D-528B39600A26}"/>
              </a:ext>
            </a:extLst>
          </p:cNvPr>
          <p:cNvSpPr/>
          <p:nvPr/>
        </p:nvSpPr>
        <p:spPr>
          <a:xfrm>
            <a:off x="1570584" y="5312771"/>
            <a:ext cx="1053060" cy="444909"/>
          </a:xfrm>
          <a:prstGeom prst="roundRect">
            <a:avLst/>
          </a:prstGeom>
          <a:solidFill>
            <a:srgbClr val="FF3F3F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Access Reject 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B9879C5-0096-4534-A1B6-6C80A4181B88}"/>
              </a:ext>
            </a:extLst>
          </p:cNvPr>
          <p:cNvCxnSpPr/>
          <p:nvPr/>
        </p:nvCxnSpPr>
        <p:spPr>
          <a:xfrm flipV="1">
            <a:off x="7632399" y="3463356"/>
            <a:ext cx="298122" cy="34005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Cylinder 38">
            <a:extLst>
              <a:ext uri="{FF2B5EF4-FFF2-40B4-BE49-F238E27FC236}">
                <a16:creationId xmlns:a16="http://schemas.microsoft.com/office/drawing/2014/main" id="{386C5ADF-6FB1-4182-B88A-BCE4A859EFA8}"/>
              </a:ext>
            </a:extLst>
          </p:cNvPr>
          <p:cNvSpPr/>
          <p:nvPr/>
        </p:nvSpPr>
        <p:spPr>
          <a:xfrm>
            <a:off x="4314444" y="1356755"/>
            <a:ext cx="1574684" cy="857643"/>
          </a:xfrm>
          <a:prstGeom prst="ca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PI AF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E7848EEE-FC7D-4C87-A0D3-AA826D6440C3}"/>
              </a:ext>
            </a:extLst>
          </p:cNvPr>
          <p:cNvCxnSpPr>
            <a:cxnSpLocks/>
            <a:stCxn id="11" idx="0"/>
            <a:endCxn id="2" idx="2"/>
          </p:cNvCxnSpPr>
          <p:nvPr/>
        </p:nvCxnSpPr>
        <p:spPr>
          <a:xfrm rot="16200000" flipV="1">
            <a:off x="1555201" y="2694362"/>
            <a:ext cx="1064584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BFF412A4-C0D4-4FA3-875A-21CD2346FBC9}"/>
              </a:ext>
            </a:extLst>
          </p:cNvPr>
          <p:cNvCxnSpPr>
            <a:stCxn id="19" idx="3"/>
            <a:endCxn id="22" idx="1"/>
          </p:cNvCxnSpPr>
          <p:nvPr/>
        </p:nvCxnSpPr>
        <p:spPr>
          <a:xfrm flipV="1">
            <a:off x="5742813" y="3795161"/>
            <a:ext cx="1020874" cy="13989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0FD67E0-1F86-4A4B-AEB2-D6E26B9ED9ED}"/>
              </a:ext>
            </a:extLst>
          </p:cNvPr>
          <p:cNvCxnSpPr>
            <a:stCxn id="11" idx="4"/>
          </p:cNvCxnSpPr>
          <p:nvPr/>
        </p:nvCxnSpPr>
        <p:spPr>
          <a:xfrm>
            <a:off x="2087493" y="4459554"/>
            <a:ext cx="0" cy="8532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219F57D0-C479-4451-9503-0B7BF5F71DB6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8435213" y="3890198"/>
            <a:ext cx="1062735" cy="50021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763A72DC-C7A8-42D2-8C42-574C87B861FC}"/>
              </a:ext>
            </a:extLst>
          </p:cNvPr>
          <p:cNvCxnSpPr>
            <a:cxnSpLocks/>
            <a:stCxn id="30" idx="1"/>
            <a:endCxn id="22" idx="3"/>
          </p:cNvCxnSpPr>
          <p:nvPr/>
        </p:nvCxnSpPr>
        <p:spPr>
          <a:xfrm flipH="1" flipV="1">
            <a:off x="8815802" y="3795161"/>
            <a:ext cx="6889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Title 1">
            <a:extLst>
              <a:ext uri="{FF2B5EF4-FFF2-40B4-BE49-F238E27FC236}">
                <a16:creationId xmlns:a16="http://schemas.microsoft.com/office/drawing/2014/main" id="{2C879847-D217-4B0C-8254-A03E7011D827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576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Configuration UI process flow design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4EB5323-0C31-4A43-A89E-3112468E17B0}"/>
              </a:ext>
            </a:extLst>
          </p:cNvPr>
          <p:cNvCxnSpPr>
            <a:stCxn id="17" idx="0"/>
            <a:endCxn id="39" idx="3"/>
          </p:cNvCxnSpPr>
          <p:nvPr/>
        </p:nvCxnSpPr>
        <p:spPr>
          <a:xfrm flipV="1">
            <a:off x="5100679" y="2214398"/>
            <a:ext cx="1107" cy="633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640B14B7-58F9-47EC-827C-087E887362F3}"/>
              </a:ext>
            </a:extLst>
          </p:cNvPr>
          <p:cNvCxnSpPr>
            <a:stCxn id="22" idx="0"/>
          </p:cNvCxnSpPr>
          <p:nvPr/>
        </p:nvCxnSpPr>
        <p:spPr>
          <a:xfrm rot="16200000" flipV="1">
            <a:off x="6387850" y="1422357"/>
            <a:ext cx="903174" cy="19006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42081B6C-2522-4D87-A7D5-08A2F4D5F8EA}"/>
              </a:ext>
            </a:extLst>
          </p:cNvPr>
          <p:cNvCxnSpPr>
            <a:stCxn id="30" idx="0"/>
            <a:endCxn id="39" idx="4"/>
          </p:cNvCxnSpPr>
          <p:nvPr/>
        </p:nvCxnSpPr>
        <p:spPr>
          <a:xfrm rot="16200000" flipV="1">
            <a:off x="7332994" y="341711"/>
            <a:ext cx="1753914" cy="464164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1E050CA-3233-482F-B93A-74EF35B4F5D1}"/>
              </a:ext>
            </a:extLst>
          </p:cNvPr>
          <p:cNvSpPr/>
          <p:nvPr/>
        </p:nvSpPr>
        <p:spPr>
          <a:xfrm>
            <a:off x="1495275" y="1511301"/>
            <a:ext cx="1184434" cy="6507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IIS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6DF8DB-C5D0-4E57-A278-B1128969576E}"/>
              </a:ext>
            </a:extLst>
          </p:cNvPr>
          <p:cNvCxnSpPr>
            <a:stCxn id="2" idx="1"/>
          </p:cNvCxnSpPr>
          <p:nvPr/>
        </p:nvCxnSpPr>
        <p:spPr>
          <a:xfrm>
            <a:off x="1495275" y="1836686"/>
            <a:ext cx="165951" cy="1399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F150CB-61A0-4376-85BF-13C5CFF25073}"/>
              </a:ext>
            </a:extLst>
          </p:cNvPr>
          <p:cNvSpPr/>
          <p:nvPr/>
        </p:nvSpPr>
        <p:spPr>
          <a:xfrm>
            <a:off x="4458543" y="5312771"/>
            <a:ext cx="1284270" cy="796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 Web Service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9930020-40F7-4AB6-B4EA-D47B8C2D6F12}"/>
              </a:ext>
            </a:extLst>
          </p:cNvPr>
          <p:cNvCxnSpPr>
            <a:cxnSpLocks/>
          </p:cNvCxnSpPr>
          <p:nvPr/>
        </p:nvCxnSpPr>
        <p:spPr>
          <a:xfrm>
            <a:off x="4846078" y="4778053"/>
            <a:ext cx="0" cy="534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35C206F-D851-4E8A-BC23-14A8160D7E5C}"/>
              </a:ext>
            </a:extLst>
          </p:cNvPr>
          <p:cNvCxnSpPr/>
          <p:nvPr/>
        </p:nvCxnSpPr>
        <p:spPr>
          <a:xfrm flipV="1">
            <a:off x="5353878" y="4778053"/>
            <a:ext cx="0" cy="534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011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B0D7A-D1D8-4DAC-85D3-8722328C4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57664"/>
          </a:xfrm>
        </p:spPr>
        <p:txBody>
          <a:bodyPr>
            <a:normAutofit fontScale="90000"/>
          </a:bodyPr>
          <a:lstStyle/>
          <a:p>
            <a:r>
              <a:rPr lang="en-US" dirty="0"/>
              <a:t>Login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D4618C4-5029-4DEA-AB04-3FFC6176E0B0}"/>
              </a:ext>
            </a:extLst>
          </p:cNvPr>
          <p:cNvSpPr/>
          <p:nvPr/>
        </p:nvSpPr>
        <p:spPr>
          <a:xfrm>
            <a:off x="912652" y="2422741"/>
            <a:ext cx="791362" cy="746621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Login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F104CEAA-2158-4BB3-BED2-FD0A43B3DCD4}"/>
              </a:ext>
            </a:extLst>
          </p:cNvPr>
          <p:cNvSpPr/>
          <p:nvPr/>
        </p:nvSpPr>
        <p:spPr>
          <a:xfrm>
            <a:off x="7956423" y="5204037"/>
            <a:ext cx="1359289" cy="724068"/>
          </a:xfrm>
          <a:prstGeom prst="flowChartAlternate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Proceed to dashboard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B6D5357B-6E05-446F-939F-3C1A3118F31B}"/>
              </a:ext>
            </a:extLst>
          </p:cNvPr>
          <p:cNvSpPr/>
          <p:nvPr/>
        </p:nvSpPr>
        <p:spPr>
          <a:xfrm>
            <a:off x="2618243" y="2162406"/>
            <a:ext cx="1832116" cy="1266594"/>
          </a:xfrm>
          <a:prstGeom prst="flowChartAlternate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Check AD group of user</a:t>
            </a:r>
          </a:p>
          <a:p>
            <a:pPr algn="ctr"/>
            <a:endParaRPr lang="en-US" sz="1200" dirty="0"/>
          </a:p>
          <a:p>
            <a:pPr algn="ctr"/>
            <a:endParaRPr lang="en-US" sz="1200" dirty="0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8FE7E9AC-4E41-4888-AA1A-3487770B5694}"/>
              </a:ext>
            </a:extLst>
          </p:cNvPr>
          <p:cNvSpPr/>
          <p:nvPr/>
        </p:nvSpPr>
        <p:spPr>
          <a:xfrm>
            <a:off x="5117286" y="1879134"/>
            <a:ext cx="1953146" cy="1792907"/>
          </a:xfrm>
          <a:prstGeom prst="diamond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Check AD group against PI authentication</a:t>
            </a:r>
          </a:p>
          <a:p>
            <a:pPr algn="ctr"/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682B5A-89F4-415B-AE48-12117B3AF423}"/>
              </a:ext>
            </a:extLst>
          </p:cNvPr>
          <p:cNvCxnSpPr>
            <a:cxnSpLocks/>
            <a:stCxn id="22" idx="3"/>
            <a:endCxn id="27" idx="0"/>
          </p:cNvCxnSpPr>
          <p:nvPr/>
        </p:nvCxnSpPr>
        <p:spPr>
          <a:xfrm>
            <a:off x="8636069" y="3099616"/>
            <a:ext cx="0" cy="4357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8CFB99C-1097-4F30-84DE-6B2347DB1081}"/>
              </a:ext>
            </a:extLst>
          </p:cNvPr>
          <p:cNvCxnSpPr>
            <a:cxnSpLocks/>
            <a:stCxn id="8" idx="3"/>
            <a:endCxn id="22" idx="2"/>
          </p:cNvCxnSpPr>
          <p:nvPr/>
        </p:nvCxnSpPr>
        <p:spPr>
          <a:xfrm>
            <a:off x="7070432" y="2775588"/>
            <a:ext cx="1100057" cy="2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Alternate Process 15">
            <a:extLst>
              <a:ext uri="{FF2B5EF4-FFF2-40B4-BE49-F238E27FC236}">
                <a16:creationId xmlns:a16="http://schemas.microsoft.com/office/drawing/2014/main" id="{715E00CE-3E8D-4150-9745-BABEA418FE13}"/>
              </a:ext>
            </a:extLst>
          </p:cNvPr>
          <p:cNvSpPr/>
          <p:nvPr/>
        </p:nvSpPr>
        <p:spPr>
          <a:xfrm>
            <a:off x="5528872" y="4146955"/>
            <a:ext cx="1145959" cy="380892"/>
          </a:xfrm>
          <a:prstGeom prst="flowChartAlternateProcess">
            <a:avLst/>
          </a:prstGeom>
          <a:solidFill>
            <a:srgbClr val="FF3F3F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Error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9FBB15-523F-43EA-A1D0-A4C669D1A851}"/>
              </a:ext>
            </a:extLst>
          </p:cNvPr>
          <p:cNvCxnSpPr/>
          <p:nvPr/>
        </p:nvCxnSpPr>
        <p:spPr>
          <a:xfrm flipV="1">
            <a:off x="9529890" y="4151825"/>
            <a:ext cx="64995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5DB5B34-E178-4C0D-8784-420FCB4560A7}"/>
              </a:ext>
            </a:extLst>
          </p:cNvPr>
          <p:cNvSpPr txBox="1"/>
          <p:nvPr/>
        </p:nvSpPr>
        <p:spPr>
          <a:xfrm>
            <a:off x="8789840" y="4768318"/>
            <a:ext cx="638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yes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53E00E-1E9A-4174-A712-467775332F9D}"/>
              </a:ext>
            </a:extLst>
          </p:cNvPr>
          <p:cNvSpPr txBox="1"/>
          <p:nvPr/>
        </p:nvSpPr>
        <p:spPr>
          <a:xfrm>
            <a:off x="9568255" y="3703115"/>
            <a:ext cx="638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22" name="Cylinder 21">
            <a:extLst>
              <a:ext uri="{FF2B5EF4-FFF2-40B4-BE49-F238E27FC236}">
                <a16:creationId xmlns:a16="http://schemas.microsoft.com/office/drawing/2014/main" id="{9F0520BE-5E7B-4141-AA90-F834AAD4AC15}"/>
              </a:ext>
            </a:extLst>
          </p:cNvPr>
          <p:cNvSpPr/>
          <p:nvPr/>
        </p:nvSpPr>
        <p:spPr>
          <a:xfrm>
            <a:off x="8170489" y="2456679"/>
            <a:ext cx="931159" cy="642937"/>
          </a:xfrm>
          <a:prstGeom prst="ca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Login to AF database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1CE80A5-6F85-4CB2-A7AD-3762CC956CF8}"/>
              </a:ext>
            </a:extLst>
          </p:cNvPr>
          <p:cNvCxnSpPr>
            <a:cxnSpLocks/>
            <a:stCxn id="5" idx="6"/>
            <a:endCxn id="7" idx="1"/>
          </p:cNvCxnSpPr>
          <p:nvPr/>
        </p:nvCxnSpPr>
        <p:spPr>
          <a:xfrm flipV="1">
            <a:off x="1704014" y="2795703"/>
            <a:ext cx="914229" cy="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Diamond 26">
            <a:extLst>
              <a:ext uri="{FF2B5EF4-FFF2-40B4-BE49-F238E27FC236}">
                <a16:creationId xmlns:a16="http://schemas.microsoft.com/office/drawing/2014/main" id="{BE46831E-10B7-4E1C-95D1-BCCEE26B5E67}"/>
              </a:ext>
            </a:extLst>
          </p:cNvPr>
          <p:cNvSpPr/>
          <p:nvPr/>
        </p:nvSpPr>
        <p:spPr>
          <a:xfrm>
            <a:off x="7742247" y="3535335"/>
            <a:ext cx="1787643" cy="1232983"/>
          </a:xfrm>
          <a:prstGeom prst="diamond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Connection Success response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696F6B9-8873-4A61-9206-BA180E3EB306}"/>
              </a:ext>
            </a:extLst>
          </p:cNvPr>
          <p:cNvCxnSpPr>
            <a:cxnSpLocks/>
            <a:stCxn id="8" idx="2"/>
            <a:endCxn id="16" idx="0"/>
          </p:cNvCxnSpPr>
          <p:nvPr/>
        </p:nvCxnSpPr>
        <p:spPr>
          <a:xfrm>
            <a:off x="6093859" y="3672041"/>
            <a:ext cx="7993" cy="474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2B8FEE3-C4F5-4975-A806-389EFFB06197}"/>
              </a:ext>
            </a:extLst>
          </p:cNvPr>
          <p:cNvCxnSpPr>
            <a:cxnSpLocks/>
          </p:cNvCxnSpPr>
          <p:nvPr/>
        </p:nvCxnSpPr>
        <p:spPr>
          <a:xfrm>
            <a:off x="8641264" y="4768318"/>
            <a:ext cx="0" cy="4357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lowchart: Alternate Process 45">
            <a:extLst>
              <a:ext uri="{FF2B5EF4-FFF2-40B4-BE49-F238E27FC236}">
                <a16:creationId xmlns:a16="http://schemas.microsoft.com/office/drawing/2014/main" id="{7B331D55-ED09-4472-B5CB-37CE6935EF08}"/>
              </a:ext>
            </a:extLst>
          </p:cNvPr>
          <p:cNvSpPr/>
          <p:nvPr/>
        </p:nvSpPr>
        <p:spPr>
          <a:xfrm>
            <a:off x="10194549" y="3961380"/>
            <a:ext cx="1145959" cy="380892"/>
          </a:xfrm>
          <a:prstGeom prst="flowChartAlternateProcess">
            <a:avLst/>
          </a:prstGeom>
          <a:solidFill>
            <a:srgbClr val="FF3F3F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Error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90E1437-F50A-42F6-B320-C84DFF1D5979}"/>
              </a:ext>
            </a:extLst>
          </p:cNvPr>
          <p:cNvSpPr txBox="1"/>
          <p:nvPr/>
        </p:nvSpPr>
        <p:spPr>
          <a:xfrm>
            <a:off x="7317466" y="2435451"/>
            <a:ext cx="638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yes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35726C1-7547-410F-818E-E2D21DACEE87}"/>
              </a:ext>
            </a:extLst>
          </p:cNvPr>
          <p:cNvSpPr txBox="1"/>
          <p:nvPr/>
        </p:nvSpPr>
        <p:spPr>
          <a:xfrm>
            <a:off x="6140217" y="3755609"/>
            <a:ext cx="638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no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C33A9A8-9185-456A-B2CE-DB19513727A9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4435887" y="2770730"/>
            <a:ext cx="681399" cy="4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F111EF59-AD82-439B-95FB-B698F09BAF8D}"/>
              </a:ext>
            </a:extLst>
          </p:cNvPr>
          <p:cNvSpPr/>
          <p:nvPr/>
        </p:nvSpPr>
        <p:spPr>
          <a:xfrm>
            <a:off x="2936146" y="2910980"/>
            <a:ext cx="1216403" cy="4089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Active Directory Web Service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7D9DE76-922A-4CCD-9579-FC8AC5CCC045}"/>
              </a:ext>
            </a:extLst>
          </p:cNvPr>
          <p:cNvSpPr/>
          <p:nvPr/>
        </p:nvSpPr>
        <p:spPr>
          <a:xfrm>
            <a:off x="5617818" y="2925008"/>
            <a:ext cx="959151" cy="4089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Role Mapping</a:t>
            </a:r>
          </a:p>
          <a:p>
            <a:pPr algn="ctr"/>
            <a:r>
              <a:rPr lang="en-US" sz="800" dirty="0"/>
              <a:t>PI API</a:t>
            </a:r>
          </a:p>
        </p:txBody>
      </p:sp>
    </p:spTree>
    <p:extLst>
      <p:ext uri="{BB962C8B-B14F-4D97-AF65-F5344CB8AC3E}">
        <p14:creationId xmlns:p14="http://schemas.microsoft.com/office/powerpoint/2010/main" val="504411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ED2E26F-1E63-47E1-9E22-059D9AD85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737"/>
            <a:ext cx="10515600" cy="557664"/>
          </a:xfrm>
        </p:spPr>
        <p:txBody>
          <a:bodyPr>
            <a:normAutofit fontScale="90000"/>
          </a:bodyPr>
          <a:lstStyle/>
          <a:p>
            <a:r>
              <a:rPr lang="en-US" dirty="0"/>
              <a:t>Attribute Configuration/Search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EEE0E6-ACD5-4131-A3BE-86E6411E3DB0}"/>
              </a:ext>
            </a:extLst>
          </p:cNvPr>
          <p:cNvSpPr/>
          <p:nvPr/>
        </p:nvSpPr>
        <p:spPr>
          <a:xfrm>
            <a:off x="3959609" y="3271006"/>
            <a:ext cx="1593909" cy="157153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Display existing CM/KPI data in a table with editable fields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0FDA5A2-FFFC-4A9A-BB2E-32B7023F36D4}"/>
              </a:ext>
            </a:extLst>
          </p:cNvPr>
          <p:cNvSpPr/>
          <p:nvPr/>
        </p:nvSpPr>
        <p:spPr>
          <a:xfrm>
            <a:off x="6576971" y="3048694"/>
            <a:ext cx="1753302" cy="20203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Search based on dropdown selections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Plant name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Type(KPI/CM)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Attribute name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Area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Process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Sub-process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Asset</a:t>
            </a:r>
          </a:p>
        </p:txBody>
      </p:sp>
      <p:sp>
        <p:nvSpPr>
          <p:cNvPr id="9" name="Cylinder 8">
            <a:extLst>
              <a:ext uri="{FF2B5EF4-FFF2-40B4-BE49-F238E27FC236}">
                <a16:creationId xmlns:a16="http://schemas.microsoft.com/office/drawing/2014/main" id="{DAEE607F-9776-4920-8008-416C06ACDDB2}"/>
              </a:ext>
            </a:extLst>
          </p:cNvPr>
          <p:cNvSpPr/>
          <p:nvPr/>
        </p:nvSpPr>
        <p:spPr>
          <a:xfrm>
            <a:off x="9127226" y="1802933"/>
            <a:ext cx="1677800" cy="721453"/>
          </a:xfrm>
          <a:prstGeom prst="ca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AF Database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2BC709-F11D-4319-B7CE-196A833085D4}"/>
              </a:ext>
            </a:extLst>
          </p:cNvPr>
          <p:cNvCxnSpPr>
            <a:cxnSpLocks/>
            <a:stCxn id="7" idx="0"/>
            <a:endCxn id="35" idx="2"/>
          </p:cNvCxnSpPr>
          <p:nvPr/>
        </p:nvCxnSpPr>
        <p:spPr>
          <a:xfrm flipV="1">
            <a:off x="4756564" y="2464963"/>
            <a:ext cx="4193" cy="806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Alternate Process 28">
            <a:extLst>
              <a:ext uri="{FF2B5EF4-FFF2-40B4-BE49-F238E27FC236}">
                <a16:creationId xmlns:a16="http://schemas.microsoft.com/office/drawing/2014/main" id="{F485E3DF-DD20-495F-AF37-7A5BD966B962}"/>
              </a:ext>
            </a:extLst>
          </p:cNvPr>
          <p:cNvSpPr/>
          <p:nvPr/>
        </p:nvSpPr>
        <p:spPr>
          <a:xfrm>
            <a:off x="9360019" y="3629637"/>
            <a:ext cx="1208015" cy="855677"/>
          </a:xfrm>
          <a:prstGeom prst="flowChartAlternate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API for retrieving the search results with get() 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B44AE7D7-5F47-4101-8864-CEEE3E0AB977}"/>
              </a:ext>
            </a:extLst>
          </p:cNvPr>
          <p:cNvSpPr/>
          <p:nvPr/>
        </p:nvSpPr>
        <p:spPr>
          <a:xfrm>
            <a:off x="4001554" y="1859561"/>
            <a:ext cx="1518406" cy="605402"/>
          </a:xfrm>
          <a:prstGeom prst="flowChartAlternate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API for saving the edited data in the grid with post()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99CC90D-16AB-4672-8BC7-15E4DD9DE5DB}"/>
              </a:ext>
            </a:extLst>
          </p:cNvPr>
          <p:cNvCxnSpPr>
            <a:cxnSpLocks/>
            <a:stCxn id="35" idx="3"/>
            <a:endCxn id="9" idx="2"/>
          </p:cNvCxnSpPr>
          <p:nvPr/>
        </p:nvCxnSpPr>
        <p:spPr>
          <a:xfrm>
            <a:off x="5519960" y="2162262"/>
            <a:ext cx="3607266" cy="1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6B37401-9029-43F1-A805-969B42297C29}"/>
              </a:ext>
            </a:extLst>
          </p:cNvPr>
          <p:cNvSpPr txBox="1"/>
          <p:nvPr/>
        </p:nvSpPr>
        <p:spPr>
          <a:xfrm>
            <a:off x="6313241" y="1519015"/>
            <a:ext cx="1753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Interaction between API and database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F0759A9-EE0B-4939-9FA1-8EEA764C4EAC}"/>
              </a:ext>
            </a:extLst>
          </p:cNvPr>
          <p:cNvSpPr/>
          <p:nvPr/>
        </p:nvSpPr>
        <p:spPr>
          <a:xfrm>
            <a:off x="3751980" y="2824292"/>
            <a:ext cx="5004031" cy="253137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7DC66E93-3175-410D-BF0D-F661FB0C8B09}"/>
              </a:ext>
            </a:extLst>
          </p:cNvPr>
          <p:cNvSpPr/>
          <p:nvPr/>
        </p:nvSpPr>
        <p:spPr>
          <a:xfrm>
            <a:off x="6635694" y="5893691"/>
            <a:ext cx="1753302" cy="622029"/>
          </a:xfrm>
          <a:prstGeom prst="flowChartAlternate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Associate KPI/CM</a:t>
            </a:r>
          </a:p>
        </p:txBody>
      </p: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3F47B475-BB84-4571-9A2E-9E51CBDAE1D5}"/>
              </a:ext>
            </a:extLst>
          </p:cNvPr>
          <p:cNvCxnSpPr>
            <a:stCxn id="7" idx="2"/>
            <a:endCxn id="79" idx="1"/>
          </p:cNvCxnSpPr>
          <p:nvPr/>
        </p:nvCxnSpPr>
        <p:spPr>
          <a:xfrm rot="16200000" flipH="1">
            <a:off x="5015046" y="4584057"/>
            <a:ext cx="1362167" cy="18791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EB4313AB-CE04-4D8D-82F9-99959EB0709A}"/>
              </a:ext>
            </a:extLst>
          </p:cNvPr>
          <p:cNvSpPr txBox="1"/>
          <p:nvPr/>
        </p:nvSpPr>
        <p:spPr>
          <a:xfrm>
            <a:off x="4689454" y="5575340"/>
            <a:ext cx="2187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Selected attribute to which the relation if associated with KPI/CM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94E83CA-A2AD-4C2F-96B0-5942625A6BF9}"/>
              </a:ext>
            </a:extLst>
          </p:cNvPr>
          <p:cNvCxnSpPr/>
          <p:nvPr/>
        </p:nvCxnSpPr>
        <p:spPr>
          <a:xfrm flipV="1">
            <a:off x="9655729" y="2524386"/>
            <a:ext cx="0" cy="1105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8670856-E7BF-47C2-B119-3761D862E535}"/>
              </a:ext>
            </a:extLst>
          </p:cNvPr>
          <p:cNvCxnSpPr/>
          <p:nvPr/>
        </p:nvCxnSpPr>
        <p:spPr>
          <a:xfrm>
            <a:off x="10192625" y="2524386"/>
            <a:ext cx="0" cy="1105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2B8259E-35B3-4174-95AB-12BE7E8AE43F}"/>
              </a:ext>
            </a:extLst>
          </p:cNvPr>
          <p:cNvCxnSpPr/>
          <p:nvPr/>
        </p:nvCxnSpPr>
        <p:spPr>
          <a:xfrm>
            <a:off x="8330273" y="3833069"/>
            <a:ext cx="10297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81F6CE5-C1CB-4727-B94E-394010224FB6}"/>
              </a:ext>
            </a:extLst>
          </p:cNvPr>
          <p:cNvCxnSpPr/>
          <p:nvPr/>
        </p:nvCxnSpPr>
        <p:spPr>
          <a:xfrm>
            <a:off x="5553518" y="3740790"/>
            <a:ext cx="10234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7" name="Rectangle: Rounded Corners 1116">
            <a:extLst>
              <a:ext uri="{FF2B5EF4-FFF2-40B4-BE49-F238E27FC236}">
                <a16:creationId xmlns:a16="http://schemas.microsoft.com/office/drawing/2014/main" id="{067A191B-B319-4E07-B757-400B0397E397}"/>
              </a:ext>
            </a:extLst>
          </p:cNvPr>
          <p:cNvSpPr/>
          <p:nvPr/>
        </p:nvSpPr>
        <p:spPr>
          <a:xfrm>
            <a:off x="1017012" y="3271006"/>
            <a:ext cx="1798229" cy="15715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Upon login, populate plant list dropdown (based on AD credentials). Upon selection, populate area, process, subprocess, asset based on previous selection</a:t>
            </a:r>
          </a:p>
        </p:txBody>
      </p:sp>
      <p:cxnSp>
        <p:nvCxnSpPr>
          <p:cNvPr id="1119" name="Connector: Elbow 1118">
            <a:extLst>
              <a:ext uri="{FF2B5EF4-FFF2-40B4-BE49-F238E27FC236}">
                <a16:creationId xmlns:a16="http://schemas.microsoft.com/office/drawing/2014/main" id="{1600CA67-7D85-464B-8838-973A436D9DEB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1298713" y="1802933"/>
            <a:ext cx="8667413" cy="1468073"/>
          </a:xfrm>
          <a:prstGeom prst="bentConnector4">
            <a:avLst>
              <a:gd name="adj1" fmla="val 2197"/>
              <a:gd name="adj2" fmla="val 15438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3" name="Connector: Elbow 1122">
            <a:extLst>
              <a:ext uri="{FF2B5EF4-FFF2-40B4-BE49-F238E27FC236}">
                <a16:creationId xmlns:a16="http://schemas.microsoft.com/office/drawing/2014/main" id="{0B05C605-075D-43A5-8649-F3C8EF136C26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40623" y="1736565"/>
            <a:ext cx="7739602" cy="14680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5" name="Straight Arrow Connector 1124">
            <a:extLst>
              <a:ext uri="{FF2B5EF4-FFF2-40B4-BE49-F238E27FC236}">
                <a16:creationId xmlns:a16="http://schemas.microsoft.com/office/drawing/2014/main" id="{B8468F7A-BFCC-4FDA-A595-7C6D496C0E79}"/>
              </a:ext>
            </a:extLst>
          </p:cNvPr>
          <p:cNvCxnSpPr>
            <a:cxnSpLocks/>
          </p:cNvCxnSpPr>
          <p:nvPr/>
        </p:nvCxnSpPr>
        <p:spPr>
          <a:xfrm>
            <a:off x="2311530" y="4942016"/>
            <a:ext cx="43141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7" name="Isosceles Triangle 1126">
            <a:extLst>
              <a:ext uri="{FF2B5EF4-FFF2-40B4-BE49-F238E27FC236}">
                <a16:creationId xmlns:a16="http://schemas.microsoft.com/office/drawing/2014/main" id="{07D775FF-7C31-48EA-9624-553E87F30B00}"/>
              </a:ext>
            </a:extLst>
          </p:cNvPr>
          <p:cNvSpPr/>
          <p:nvPr/>
        </p:nvSpPr>
        <p:spPr>
          <a:xfrm>
            <a:off x="9187251" y="5148542"/>
            <a:ext cx="1553549" cy="1145593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Error modal</a:t>
            </a:r>
          </a:p>
        </p:txBody>
      </p:sp>
      <p:cxnSp>
        <p:nvCxnSpPr>
          <p:cNvPr id="1129" name="Straight Arrow Connector 1128">
            <a:extLst>
              <a:ext uri="{FF2B5EF4-FFF2-40B4-BE49-F238E27FC236}">
                <a16:creationId xmlns:a16="http://schemas.microsoft.com/office/drawing/2014/main" id="{69B8293B-161A-4EFF-93CD-EF0510EAC06B}"/>
              </a:ext>
            </a:extLst>
          </p:cNvPr>
          <p:cNvCxnSpPr>
            <a:endCxn id="1127" idx="0"/>
          </p:cNvCxnSpPr>
          <p:nvPr/>
        </p:nvCxnSpPr>
        <p:spPr>
          <a:xfrm>
            <a:off x="9964025" y="4485314"/>
            <a:ext cx="1" cy="663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0" name="TextBox 1129">
            <a:extLst>
              <a:ext uri="{FF2B5EF4-FFF2-40B4-BE49-F238E27FC236}">
                <a16:creationId xmlns:a16="http://schemas.microsoft.com/office/drawing/2014/main" id="{11573B5B-5E29-4A76-B73E-E9D65050E1E0}"/>
              </a:ext>
            </a:extLst>
          </p:cNvPr>
          <p:cNvSpPr txBox="1"/>
          <p:nvPr/>
        </p:nvSpPr>
        <p:spPr>
          <a:xfrm>
            <a:off x="9655729" y="4632262"/>
            <a:ext cx="658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error</a:t>
            </a:r>
          </a:p>
        </p:txBody>
      </p:sp>
      <p:sp>
        <p:nvSpPr>
          <p:cNvPr id="1131" name="Oval 1130">
            <a:extLst>
              <a:ext uri="{FF2B5EF4-FFF2-40B4-BE49-F238E27FC236}">
                <a16:creationId xmlns:a16="http://schemas.microsoft.com/office/drawing/2014/main" id="{4488C8D7-DFCC-4F01-8539-FD85207FE8CA}"/>
              </a:ext>
            </a:extLst>
          </p:cNvPr>
          <p:cNvSpPr/>
          <p:nvPr/>
        </p:nvSpPr>
        <p:spPr>
          <a:xfrm>
            <a:off x="1511179" y="5663431"/>
            <a:ext cx="799139" cy="5576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Start</a:t>
            </a:r>
          </a:p>
        </p:txBody>
      </p:sp>
      <p:cxnSp>
        <p:nvCxnSpPr>
          <p:cNvPr id="1133" name="Straight Arrow Connector 1132">
            <a:extLst>
              <a:ext uri="{FF2B5EF4-FFF2-40B4-BE49-F238E27FC236}">
                <a16:creationId xmlns:a16="http://schemas.microsoft.com/office/drawing/2014/main" id="{2FA4D6FF-AEA3-4882-9DF2-1B982A3C5F95}"/>
              </a:ext>
            </a:extLst>
          </p:cNvPr>
          <p:cNvCxnSpPr>
            <a:stCxn id="1131" idx="0"/>
            <a:endCxn id="1117" idx="2"/>
          </p:cNvCxnSpPr>
          <p:nvPr/>
        </p:nvCxnSpPr>
        <p:spPr>
          <a:xfrm flipV="1">
            <a:off x="1910749" y="4842538"/>
            <a:ext cx="5378" cy="820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0" name="Connector: Elbow 1139">
            <a:extLst>
              <a:ext uri="{FF2B5EF4-FFF2-40B4-BE49-F238E27FC236}">
                <a16:creationId xmlns:a16="http://schemas.microsoft.com/office/drawing/2014/main" id="{10FA4116-0ABC-48BD-BED7-CAC609713403}"/>
              </a:ext>
            </a:extLst>
          </p:cNvPr>
          <p:cNvCxnSpPr>
            <a:cxnSpLocks/>
          </p:cNvCxnSpPr>
          <p:nvPr/>
        </p:nvCxnSpPr>
        <p:spPr>
          <a:xfrm rot="10800000">
            <a:off x="5632419" y="2966410"/>
            <a:ext cx="3727600" cy="730005"/>
          </a:xfrm>
          <a:prstGeom prst="bentConnector3">
            <a:avLst>
              <a:gd name="adj1" fmla="val 2298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71ABF9C-7EA7-4989-93DE-D78B3CC5DF3F}"/>
              </a:ext>
            </a:extLst>
          </p:cNvPr>
          <p:cNvSpPr/>
          <p:nvPr/>
        </p:nvSpPr>
        <p:spPr>
          <a:xfrm>
            <a:off x="3087757" y="5575340"/>
            <a:ext cx="1202128" cy="6457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Retrieve list of AD groups of current user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1580A0-0727-4A0F-908E-FD6F50F0F1B1}"/>
              </a:ext>
            </a:extLst>
          </p:cNvPr>
          <p:cNvCxnSpPr>
            <a:stCxn id="2" idx="1"/>
          </p:cNvCxnSpPr>
          <p:nvPr/>
        </p:nvCxnSpPr>
        <p:spPr>
          <a:xfrm flipH="1" flipV="1">
            <a:off x="2102628" y="4942016"/>
            <a:ext cx="985129" cy="9562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1613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359C4CD-E345-4679-A394-2E2C1817F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737"/>
            <a:ext cx="10515600" cy="557664"/>
          </a:xfrm>
        </p:spPr>
        <p:txBody>
          <a:bodyPr>
            <a:normAutofit fontScale="90000"/>
          </a:bodyPr>
          <a:lstStyle/>
          <a:p>
            <a:r>
              <a:rPr lang="en-US" dirty="0"/>
              <a:t>Associate KPI/CM</a:t>
            </a:r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9BAF7712-DB5E-4890-B493-0405173D6A6D}"/>
              </a:ext>
            </a:extLst>
          </p:cNvPr>
          <p:cNvSpPr/>
          <p:nvPr/>
        </p:nvSpPr>
        <p:spPr>
          <a:xfrm>
            <a:off x="3489825" y="1602297"/>
            <a:ext cx="1677800" cy="721453"/>
          </a:xfrm>
          <a:prstGeom prst="ca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AF Database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2BC6F68-A0DF-4309-BF32-70D4C86F08A0}"/>
              </a:ext>
            </a:extLst>
          </p:cNvPr>
          <p:cNvSpPr/>
          <p:nvPr/>
        </p:nvSpPr>
        <p:spPr>
          <a:xfrm>
            <a:off x="3531771" y="3974286"/>
            <a:ext cx="1593909" cy="72145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Display CM table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554A0510-F364-4585-A9F3-97380B73FF2C}"/>
              </a:ext>
            </a:extLst>
          </p:cNvPr>
          <p:cNvSpPr/>
          <p:nvPr/>
        </p:nvSpPr>
        <p:spPr>
          <a:xfrm>
            <a:off x="3569522" y="2873233"/>
            <a:ext cx="1518406" cy="605402"/>
          </a:xfrm>
          <a:prstGeom prst="flowChartAlternate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PI API for displaying the selected attribute 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122B391-490A-4658-A02B-25BFEAF2E37C}"/>
              </a:ext>
            </a:extLst>
          </p:cNvPr>
          <p:cNvSpPr/>
          <p:nvPr/>
        </p:nvSpPr>
        <p:spPr>
          <a:xfrm>
            <a:off x="8481271" y="3328332"/>
            <a:ext cx="1753302" cy="20203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On page load, auto-search for associated CMs based on KPI selection from previous page. </a:t>
            </a:r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79113AFC-3CD3-42E1-850E-AD78C6D6CEFA}"/>
              </a:ext>
            </a:extLst>
          </p:cNvPr>
          <p:cNvSpPr/>
          <p:nvPr/>
        </p:nvSpPr>
        <p:spPr>
          <a:xfrm>
            <a:off x="8595924" y="1660322"/>
            <a:ext cx="1518406" cy="605402"/>
          </a:xfrm>
          <a:prstGeom prst="flowChartAlternate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WebAPI</a:t>
            </a:r>
            <a:r>
              <a:rPr lang="en-US" sz="1200" dirty="0">
                <a:solidFill>
                  <a:schemeClr val="bg1"/>
                </a:solidFill>
              </a:rPr>
              <a:t> for retrieving list of associated CM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7F36DBD-AA04-4E2C-BEC6-A9101C82147A}"/>
              </a:ext>
            </a:extLst>
          </p:cNvPr>
          <p:cNvCxnSpPr>
            <a:stCxn id="17" idx="0"/>
            <a:endCxn id="22" idx="2"/>
          </p:cNvCxnSpPr>
          <p:nvPr/>
        </p:nvCxnSpPr>
        <p:spPr>
          <a:xfrm flipH="1" flipV="1">
            <a:off x="9355127" y="2265724"/>
            <a:ext cx="2795" cy="1062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8667B69-A1B5-4D8B-AC74-D2564F1260A7}"/>
              </a:ext>
            </a:extLst>
          </p:cNvPr>
          <p:cNvSpPr/>
          <p:nvPr/>
        </p:nvSpPr>
        <p:spPr>
          <a:xfrm>
            <a:off x="6045666" y="3977779"/>
            <a:ext cx="1593909" cy="72145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Add relation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04966B7-30E1-4AF7-8C69-D85BB84A5B9A}"/>
              </a:ext>
            </a:extLst>
          </p:cNvPr>
          <p:cNvSpPr/>
          <p:nvPr/>
        </p:nvSpPr>
        <p:spPr>
          <a:xfrm>
            <a:off x="3531770" y="5205372"/>
            <a:ext cx="1593909" cy="721454"/>
          </a:xfrm>
          <a:prstGeom prst="roundRect">
            <a:avLst/>
          </a:prstGeom>
          <a:solidFill>
            <a:srgbClr val="FF3F3F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Remove relation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4FAFDD2-7E27-451B-9183-1A5F457C8B3C}"/>
              </a:ext>
            </a:extLst>
          </p:cNvPr>
          <p:cNvCxnSpPr>
            <a:stCxn id="6" idx="3"/>
            <a:endCxn id="27" idx="1"/>
          </p:cNvCxnSpPr>
          <p:nvPr/>
        </p:nvCxnSpPr>
        <p:spPr>
          <a:xfrm>
            <a:off x="5125680" y="4335013"/>
            <a:ext cx="919986" cy="3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E6D3951-7A8E-4D85-8EF6-623D36C866FF}"/>
              </a:ext>
            </a:extLst>
          </p:cNvPr>
          <p:cNvCxnSpPr>
            <a:stCxn id="6" idx="2"/>
            <a:endCxn id="32" idx="0"/>
          </p:cNvCxnSpPr>
          <p:nvPr/>
        </p:nvCxnSpPr>
        <p:spPr>
          <a:xfrm flipH="1">
            <a:off x="4328725" y="4695740"/>
            <a:ext cx="1" cy="509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89C6E318-4599-4E75-B270-868EFD8843F2}"/>
              </a:ext>
            </a:extLst>
          </p:cNvPr>
          <p:cNvSpPr/>
          <p:nvPr/>
        </p:nvSpPr>
        <p:spPr>
          <a:xfrm>
            <a:off x="754309" y="3841110"/>
            <a:ext cx="1180756" cy="937472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API to remove the association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DE34E675-EEE4-4518-A27C-DDD278BCC65E}"/>
              </a:ext>
            </a:extLst>
          </p:cNvPr>
          <p:cNvCxnSpPr>
            <a:cxnSpLocks/>
            <a:stCxn id="32" idx="1"/>
            <a:endCxn id="46" idx="4"/>
          </p:cNvCxnSpPr>
          <p:nvPr/>
        </p:nvCxnSpPr>
        <p:spPr>
          <a:xfrm rot="10800000">
            <a:off x="1344688" y="4778583"/>
            <a:ext cx="2187083" cy="7875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05BFD64A-999C-461F-A210-66D5B6D4C463}"/>
              </a:ext>
            </a:extLst>
          </p:cNvPr>
          <p:cNvSpPr/>
          <p:nvPr/>
        </p:nvSpPr>
        <p:spPr>
          <a:xfrm>
            <a:off x="3129094" y="3751627"/>
            <a:ext cx="4739770" cy="271628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02DA756-91C1-4CA9-965D-B28F385C3C03}"/>
              </a:ext>
            </a:extLst>
          </p:cNvPr>
          <p:cNvCxnSpPr>
            <a:stCxn id="5" idx="3"/>
            <a:endCxn id="8" idx="0"/>
          </p:cNvCxnSpPr>
          <p:nvPr/>
        </p:nvCxnSpPr>
        <p:spPr>
          <a:xfrm>
            <a:off x="4328725" y="2323750"/>
            <a:ext cx="0" cy="549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9D06C19-7F2A-4933-8696-EFC4D801F46B}"/>
              </a:ext>
            </a:extLst>
          </p:cNvPr>
          <p:cNvCxnSpPr>
            <a:stCxn id="8" idx="2"/>
            <a:endCxn id="6" idx="0"/>
          </p:cNvCxnSpPr>
          <p:nvPr/>
        </p:nvCxnSpPr>
        <p:spPr>
          <a:xfrm>
            <a:off x="4328725" y="3478635"/>
            <a:ext cx="1" cy="495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6843B32-560B-47B8-B6E3-F7E3CF812411}"/>
              </a:ext>
            </a:extLst>
          </p:cNvPr>
          <p:cNvCxnSpPr/>
          <p:nvPr/>
        </p:nvCxnSpPr>
        <p:spPr>
          <a:xfrm>
            <a:off x="5167625" y="1795244"/>
            <a:ext cx="34282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F96F958-BF4E-4446-A2A6-78F7A5D79827}"/>
              </a:ext>
            </a:extLst>
          </p:cNvPr>
          <p:cNvCxnSpPr>
            <a:cxnSpLocks/>
          </p:cNvCxnSpPr>
          <p:nvPr/>
        </p:nvCxnSpPr>
        <p:spPr>
          <a:xfrm flipH="1">
            <a:off x="5167625" y="2088859"/>
            <a:ext cx="3428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0C3A2D1A-B773-4B1D-990E-A23FD89A5CA9}"/>
              </a:ext>
            </a:extLst>
          </p:cNvPr>
          <p:cNvSpPr/>
          <p:nvPr/>
        </p:nvSpPr>
        <p:spPr>
          <a:xfrm>
            <a:off x="1933668" y="2873235"/>
            <a:ext cx="1518406" cy="605402"/>
          </a:xfrm>
          <a:prstGeom prst="flowChartAlternate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PI API for Updating the fields in the grid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AB353E85-AA1A-46CB-9274-7C73A5A9E047}"/>
              </a:ext>
            </a:extLst>
          </p:cNvPr>
          <p:cNvCxnSpPr>
            <a:cxnSpLocks/>
            <a:stCxn id="6" idx="1"/>
            <a:endCxn id="45" idx="2"/>
          </p:cNvCxnSpPr>
          <p:nvPr/>
        </p:nvCxnSpPr>
        <p:spPr>
          <a:xfrm rot="10800000">
            <a:off x="2692871" y="3478637"/>
            <a:ext cx="838900" cy="8563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0E482AF5-3A2E-4920-B348-807E139D7081}"/>
              </a:ext>
            </a:extLst>
          </p:cNvPr>
          <p:cNvCxnSpPr>
            <a:stCxn id="45" idx="0"/>
          </p:cNvCxnSpPr>
          <p:nvPr/>
        </p:nvCxnSpPr>
        <p:spPr>
          <a:xfrm rot="5400000" flipH="1" flipV="1">
            <a:off x="2736911" y="2120321"/>
            <a:ext cx="708875" cy="79695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1F10179C-678C-406A-A174-A47027450692}"/>
              </a:ext>
            </a:extLst>
          </p:cNvPr>
          <p:cNvSpPr/>
          <p:nvPr/>
        </p:nvSpPr>
        <p:spPr>
          <a:xfrm>
            <a:off x="10877894" y="3932865"/>
            <a:ext cx="834887" cy="8042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Start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410515-6917-4D1F-A796-09BBE91B5110}"/>
              </a:ext>
            </a:extLst>
          </p:cNvPr>
          <p:cNvCxnSpPr>
            <a:stCxn id="2" idx="2"/>
            <a:endCxn id="17" idx="3"/>
          </p:cNvCxnSpPr>
          <p:nvPr/>
        </p:nvCxnSpPr>
        <p:spPr>
          <a:xfrm flipH="1">
            <a:off x="10234573" y="4335013"/>
            <a:ext cx="643321" cy="3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9BC24B25-5F0B-43A9-9A83-1CF9EA1A9157}"/>
              </a:ext>
            </a:extLst>
          </p:cNvPr>
          <p:cNvCxnSpPr>
            <a:stCxn id="46" idx="0"/>
            <a:endCxn id="5" idx="2"/>
          </p:cNvCxnSpPr>
          <p:nvPr/>
        </p:nvCxnSpPr>
        <p:spPr>
          <a:xfrm rot="5400000" flipH="1" flipV="1">
            <a:off x="1478213" y="1829498"/>
            <a:ext cx="1878086" cy="21451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127872F-F45F-42BA-84C0-4BB9D3C44CDB}"/>
              </a:ext>
            </a:extLst>
          </p:cNvPr>
          <p:cNvSpPr/>
          <p:nvPr/>
        </p:nvSpPr>
        <p:spPr>
          <a:xfrm>
            <a:off x="6082748" y="5205372"/>
            <a:ext cx="1533304" cy="7214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Search and Add CM modal </a:t>
            </a:r>
          </a:p>
        </p:txBody>
      </p:sp>
      <p:sp>
        <p:nvSpPr>
          <p:cNvPr id="37" name="Flowchart: Alternate Process 36">
            <a:extLst>
              <a:ext uri="{FF2B5EF4-FFF2-40B4-BE49-F238E27FC236}">
                <a16:creationId xmlns:a16="http://schemas.microsoft.com/office/drawing/2014/main" id="{5C9C390E-DB06-48BE-89DA-4E63E23B8F8B}"/>
              </a:ext>
            </a:extLst>
          </p:cNvPr>
          <p:cNvSpPr/>
          <p:nvPr/>
        </p:nvSpPr>
        <p:spPr>
          <a:xfrm>
            <a:off x="6056006" y="2875269"/>
            <a:ext cx="1518406" cy="605402"/>
          </a:xfrm>
          <a:prstGeom prst="flowChartAlternate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WebAPI</a:t>
            </a:r>
            <a:r>
              <a:rPr lang="en-US" sz="1200" dirty="0">
                <a:solidFill>
                  <a:schemeClr val="bg1"/>
                </a:solidFill>
              </a:rPr>
              <a:t> to retrieve list of CMs based on criteria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E1D7639-3BF4-49EE-AB16-A5CB7C82DE7E}"/>
              </a:ext>
            </a:extLst>
          </p:cNvPr>
          <p:cNvCxnSpPr>
            <a:stCxn id="27" idx="2"/>
            <a:endCxn id="15" idx="0"/>
          </p:cNvCxnSpPr>
          <p:nvPr/>
        </p:nvCxnSpPr>
        <p:spPr>
          <a:xfrm>
            <a:off x="6842621" y="4699233"/>
            <a:ext cx="6779" cy="506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09DD3B5B-4E72-4FE1-9196-C893BB2466E4}"/>
              </a:ext>
            </a:extLst>
          </p:cNvPr>
          <p:cNvCxnSpPr>
            <a:stCxn id="15" idx="3"/>
            <a:endCxn id="37" idx="3"/>
          </p:cNvCxnSpPr>
          <p:nvPr/>
        </p:nvCxnSpPr>
        <p:spPr>
          <a:xfrm flipH="1" flipV="1">
            <a:off x="7574412" y="3177970"/>
            <a:ext cx="41640" cy="2388129"/>
          </a:xfrm>
          <a:prstGeom prst="bentConnector3">
            <a:avLst>
              <a:gd name="adj1" fmla="val -5489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D4D5DFA-87D7-4766-A403-AC2137B8F9E2}"/>
              </a:ext>
            </a:extLst>
          </p:cNvPr>
          <p:cNvCxnSpPr>
            <a:stCxn id="37" idx="0"/>
          </p:cNvCxnSpPr>
          <p:nvPr/>
        </p:nvCxnSpPr>
        <p:spPr>
          <a:xfrm rot="16200000" flipV="1">
            <a:off x="5635963" y="1696023"/>
            <a:ext cx="710909" cy="16475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B828BE5A-C670-4C68-A5C1-2CFC95E1FA03}"/>
              </a:ext>
            </a:extLst>
          </p:cNvPr>
          <p:cNvCxnSpPr>
            <a:endCxn id="17" idx="2"/>
          </p:cNvCxnSpPr>
          <p:nvPr/>
        </p:nvCxnSpPr>
        <p:spPr>
          <a:xfrm flipV="1">
            <a:off x="7639575" y="5348681"/>
            <a:ext cx="1718347" cy="4822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5886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8B04C3-021A-4430-8F83-EB22213D5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02" y="0"/>
            <a:ext cx="98145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980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AB16FF17C5B647AA2FA69CE19689B8" ma:contentTypeVersion="21" ma:contentTypeDescription="Create a new document." ma:contentTypeScope="" ma:versionID="d6d66264f52b0f17fb85a80b6017df23">
  <xsd:schema xmlns:xsd="http://www.w3.org/2001/XMLSchema" xmlns:xs="http://www.w3.org/2001/XMLSchema" xmlns:p="http://schemas.microsoft.com/office/2006/metadata/properties" xmlns:ns1="http://schemas.microsoft.com/sharepoint/v3" xmlns:ns2="cc205436-af00-45c2-a547-4bbbbe29052c" xmlns:ns3="ca1cecfa-b682-473a-862c-38d7c7a835a4" targetNamespace="http://schemas.microsoft.com/office/2006/metadata/properties" ma:root="true" ma:fieldsID="adb782931ac6222d80d7effeb8d913ff" ns1:_="" ns2:_="" ns3:_="">
    <xsd:import namespace="http://schemas.microsoft.com/sharepoint/v3"/>
    <xsd:import namespace="cc205436-af00-45c2-a547-4bbbbe29052c"/>
    <xsd:import namespace="ca1cecfa-b682-473a-862c-38d7c7a835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1:PublishingStartDate" minOccurs="0"/>
                <xsd:element ref="ns1:PublishingExpirationDate" minOccurs="0"/>
                <xsd:element ref="ns2:MediaLengthInSeconds" minOccurs="0"/>
                <xsd:element ref="ns2:Index" minOccurs="0"/>
                <xsd:element ref="ns2:Id0" minOccurs="0"/>
                <xsd:element ref="ns2:lcf76f155ced4ddcb4097134ff3c332f" minOccurs="0"/>
                <xsd:element ref="ns3:TaxCatchAll" minOccurs="0"/>
                <xsd:element ref="ns3:_dlc_DocId" minOccurs="0"/>
                <xsd:element ref="ns3:_dlc_DocIdUrl" minOccurs="0"/>
                <xsd:element ref="ns3:_dlc_DocIdPersistId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20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21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205436-af00-45c2-a547-4bbbbe2905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Index" ma:index="23" nillable="true" ma:displayName="Index" ma:format="Dropdown" ma:internalName="Index" ma:percentage="FALSE">
      <xsd:simpleType>
        <xsd:restriction base="dms:Number"/>
      </xsd:simpleType>
    </xsd:element>
    <xsd:element name="Id0" ma:index="24" nillable="true" ma:displayName="Id" ma:format="Dropdown" ma:internalName="Id0">
      <xsd:simpleType>
        <xsd:restriction base="dms:Text">
          <xsd:maxLength value="255"/>
        </xsd:restriction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17a0dbe1-8282-4a1b-9e52-b81f8cfc2a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1cecfa-b682-473a-862c-38d7c7a835a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7d080891-d6d7-4ad7-8024-334a5b5d3c47}" ma:internalName="TaxCatchAll" ma:showField="CatchAllData" ma:web="ca1cecfa-b682-473a-862c-38d7c7a835a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_dlc_DocId" ma:index="2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2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3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dex xmlns="cc205436-af00-45c2-a547-4bbbbe29052c" xsi:nil="true"/>
    <PublishingExpirationDate xmlns="http://schemas.microsoft.com/sharepoint/v3" xsi:nil="true"/>
    <PublishingStartDate xmlns="http://schemas.microsoft.com/sharepoint/v3" xsi:nil="true"/>
    <Id0 xmlns="cc205436-af00-45c2-a547-4bbbbe29052c" xsi:nil="true"/>
    <TaxCatchAll xmlns="ca1cecfa-b682-473a-862c-38d7c7a835a4" xsi:nil="true"/>
    <lcf76f155ced4ddcb4097134ff3c332f xmlns="cc205436-af00-45c2-a547-4bbbbe29052c">
      <Terms xmlns="http://schemas.microsoft.com/office/infopath/2007/PartnerControls"/>
    </lcf76f155ced4ddcb4097134ff3c332f>
    <_dlc_DocId xmlns="ca1cecfa-b682-473a-862c-38d7c7a835a4">TUY5A6AMTFTN-1361745700-15899</_dlc_DocId>
    <_dlc_DocIdUrl xmlns="ca1cecfa-b682-473a-862c-38d7c7a835a4">
      <Url>https://cargillonline.sharepoint.com/sites/CASCSM/_layouts/15/DocIdRedir.aspx?ID=TUY5A6AMTFTN-1361745700-15899</Url>
      <Description>TUY5A6AMTFTN-1361745700-15899</Description>
    </_dlc_DocIdUrl>
  </documentManagement>
</p:properties>
</file>

<file path=customXml/itemProps1.xml><?xml version="1.0" encoding="utf-8"?>
<ds:datastoreItem xmlns:ds="http://schemas.openxmlformats.org/officeDocument/2006/customXml" ds:itemID="{79CE322E-665D-45B6-B63B-A17CA49DBD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c205436-af00-45c2-a547-4bbbbe29052c"/>
    <ds:schemaRef ds:uri="ca1cecfa-b682-473a-862c-38d7c7a835a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45178AE-923F-4303-A1A7-27DB66113F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702E8D4-75C7-44BE-ADCF-162B3A6F27ED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DCED85CC-38CC-4E9B-A54A-3458CBDE7582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cc205436-af00-45c2-a547-4bbbbe29052c"/>
    <ds:schemaRef ds:uri="http://purl.org/dc/elements/1.1/"/>
    <ds:schemaRef ds:uri="http://schemas.microsoft.com/office/2006/metadata/properties"/>
    <ds:schemaRef ds:uri="http://schemas.microsoft.com/sharepoint/v3"/>
    <ds:schemaRef ds:uri="ca1cecfa-b682-473a-862c-38d7c7a835a4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57368c21-b8cf-42cf-bd0b-43ecd4bc62ae}" enabled="0" method="" siteId="{57368c21-b8cf-42cf-bd0b-43ecd4bc62a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</TotalTime>
  <Words>265</Words>
  <Application>Microsoft Office PowerPoint</Application>
  <PresentationFormat>Widescreen</PresentationFormat>
  <Paragraphs>69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Login</vt:lpstr>
      <vt:lpstr>Attribute Configuration/Search</vt:lpstr>
      <vt:lpstr>Associate KPI/CM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ARJUN BANALA (CRGL-THIRDPARTY.COM)</dc:creator>
  <cp:lastModifiedBy>Yung Wallace</cp:lastModifiedBy>
  <cp:revision>55</cp:revision>
  <dcterms:created xsi:type="dcterms:W3CDTF">2019-12-12T11:10:56Z</dcterms:created>
  <dcterms:modified xsi:type="dcterms:W3CDTF">2023-12-01T16:13:14Z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0x010100A9AB16FF17C5B647AA2FA69CE19689B8</vt:lpwstr>
  </property>
  <property fmtid="{D5CDD505-2E9C-101B-9397-08002B2CF9AE}" pid="3" name="_dlc_DocIdItemGuid">
    <vt:lpwstr>4950103f-3b9e-41f8-8b38-d745eec72647</vt:lpwstr>
  </property>
  <property fmtid="{D5CDD505-2E9C-101B-9397-08002B2CF9AE}" pid="4" name="MediaServiceImageTags">
    <vt:lpwstr/>
  </property>
</Properties>
</file>