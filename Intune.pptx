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6126"/>
  </p:normalViewPr>
  <p:slideViewPr>
    <p:cSldViewPr snapToGrid="0">
      <p:cViewPr varScale="1">
        <p:scale>
          <a:sx n="121" d="100"/>
          <a:sy n="121" d="100"/>
        </p:scale>
        <p:origin x="44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DAYATHULLAH M (CRGL-THIRDPARTY.COM)" userId="96e56d11-4679-4de4-ba1c-663dfd039490" providerId="ADAL" clId="{0E7BE82F-4054-7843-BB80-DA7CA6436F22}"/>
    <pc:docChg chg="modSld">
      <pc:chgData name="HIDAYATHULLAH M (CRGL-THIRDPARTY.COM)" userId="96e56d11-4679-4de4-ba1c-663dfd039490" providerId="ADAL" clId="{0E7BE82F-4054-7843-BB80-DA7CA6436F22}" dt="2024-07-09T09:45:09.553" v="5"/>
      <pc:docMkLst>
        <pc:docMk/>
      </pc:docMkLst>
      <pc:sldChg chg="modSp mod">
        <pc:chgData name="HIDAYATHULLAH M (CRGL-THIRDPARTY.COM)" userId="96e56d11-4679-4de4-ba1c-663dfd039490" providerId="ADAL" clId="{0E7BE82F-4054-7843-BB80-DA7CA6436F22}" dt="2024-07-09T09:45:09.553" v="5"/>
        <pc:sldMkLst>
          <pc:docMk/>
          <pc:sldMk cId="3090508600" sldId="261"/>
        </pc:sldMkLst>
        <pc:spChg chg="mod">
          <ac:chgData name="HIDAYATHULLAH M (CRGL-THIRDPARTY.COM)" userId="96e56d11-4679-4de4-ba1c-663dfd039490" providerId="ADAL" clId="{0E7BE82F-4054-7843-BB80-DA7CA6436F22}" dt="2024-07-09T09:45:09.553" v="5"/>
          <ac:spMkLst>
            <pc:docMk/>
            <pc:sldMk cId="3090508600" sldId="261"/>
            <ac:spMk id="32" creationId="{B1F79CB4-8EC0-C805-E6CF-0611DE15A47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FF79F4-EB7E-480E-841D-A3D38F97DC88}"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60749793-0E21-4E66-9D6C-BBF3E91C6D7F}">
      <dgm:prSet/>
      <dgm:spPr/>
      <dgm:t>
        <a:bodyPr/>
        <a:lstStyle/>
        <a:p>
          <a:r>
            <a:rPr lang="en-IN" b="0" i="0"/>
            <a:t>Device Enrolment</a:t>
          </a:r>
          <a:endParaRPr lang="en-US"/>
        </a:p>
      </dgm:t>
    </dgm:pt>
    <dgm:pt modelId="{8BEE3D85-211C-4C14-9CB3-4BF2837E89AB}" type="parTrans" cxnId="{4D694E92-B607-4AA4-BD90-6F146FF914CA}">
      <dgm:prSet/>
      <dgm:spPr/>
      <dgm:t>
        <a:bodyPr/>
        <a:lstStyle/>
        <a:p>
          <a:endParaRPr lang="en-US"/>
        </a:p>
      </dgm:t>
    </dgm:pt>
    <dgm:pt modelId="{048A8A88-B1C4-49AF-AC64-AC5933D1B19B}" type="sibTrans" cxnId="{4D694E92-B607-4AA4-BD90-6F146FF914CA}">
      <dgm:prSet/>
      <dgm:spPr/>
      <dgm:t>
        <a:bodyPr/>
        <a:lstStyle/>
        <a:p>
          <a:endParaRPr lang="en-US"/>
        </a:p>
      </dgm:t>
    </dgm:pt>
    <dgm:pt modelId="{7EF7D395-E21B-41FD-9FE8-160A503B5643}">
      <dgm:prSet/>
      <dgm:spPr/>
      <dgm:t>
        <a:bodyPr/>
        <a:lstStyle/>
        <a:p>
          <a:r>
            <a:rPr lang="en-IN" b="0" i="0"/>
            <a:t>Device Compliance</a:t>
          </a:r>
          <a:endParaRPr lang="en-US"/>
        </a:p>
      </dgm:t>
    </dgm:pt>
    <dgm:pt modelId="{DB281511-0673-4925-A0C9-30B0F4B8715C}" type="parTrans" cxnId="{88029527-3C15-4984-B672-6F99302F7C65}">
      <dgm:prSet/>
      <dgm:spPr/>
      <dgm:t>
        <a:bodyPr/>
        <a:lstStyle/>
        <a:p>
          <a:endParaRPr lang="en-US"/>
        </a:p>
      </dgm:t>
    </dgm:pt>
    <dgm:pt modelId="{8226EC31-3F59-4881-878C-C8F680A93C86}" type="sibTrans" cxnId="{88029527-3C15-4984-B672-6F99302F7C65}">
      <dgm:prSet/>
      <dgm:spPr/>
      <dgm:t>
        <a:bodyPr/>
        <a:lstStyle/>
        <a:p>
          <a:endParaRPr lang="en-US"/>
        </a:p>
      </dgm:t>
    </dgm:pt>
    <dgm:pt modelId="{1787355C-AC5B-4185-9FD5-EB3E69B156CC}">
      <dgm:prSet/>
      <dgm:spPr/>
      <dgm:t>
        <a:bodyPr/>
        <a:lstStyle/>
        <a:p>
          <a:r>
            <a:rPr lang="en-IN" b="0" i="0"/>
            <a:t>Device Management</a:t>
          </a:r>
          <a:endParaRPr lang="en-US"/>
        </a:p>
      </dgm:t>
    </dgm:pt>
    <dgm:pt modelId="{9DCBA812-4E9D-4BFD-A652-6BC5C9595CFF}" type="parTrans" cxnId="{077E2ECD-6932-4FDB-9639-253E9B039C49}">
      <dgm:prSet/>
      <dgm:spPr/>
      <dgm:t>
        <a:bodyPr/>
        <a:lstStyle/>
        <a:p>
          <a:endParaRPr lang="en-US"/>
        </a:p>
      </dgm:t>
    </dgm:pt>
    <dgm:pt modelId="{723724B8-8204-4F9F-A795-876E5B545559}" type="sibTrans" cxnId="{077E2ECD-6932-4FDB-9639-253E9B039C49}">
      <dgm:prSet/>
      <dgm:spPr/>
      <dgm:t>
        <a:bodyPr/>
        <a:lstStyle/>
        <a:p>
          <a:endParaRPr lang="en-US"/>
        </a:p>
      </dgm:t>
    </dgm:pt>
    <dgm:pt modelId="{A8B4F6B4-473B-4C39-8D90-5BCF068984C0}">
      <dgm:prSet/>
      <dgm:spPr/>
      <dgm:t>
        <a:bodyPr/>
        <a:lstStyle/>
        <a:p>
          <a:r>
            <a:rPr lang="en-IN" b="0" i="0"/>
            <a:t>Mobile Apps Deployment</a:t>
          </a:r>
          <a:endParaRPr lang="en-US"/>
        </a:p>
      </dgm:t>
    </dgm:pt>
    <dgm:pt modelId="{7598E6DD-8849-4386-9388-25A68EE7B0B4}" type="parTrans" cxnId="{C12E909E-A714-4C69-8462-B8FD884DDDD9}">
      <dgm:prSet/>
      <dgm:spPr/>
      <dgm:t>
        <a:bodyPr/>
        <a:lstStyle/>
        <a:p>
          <a:endParaRPr lang="en-US"/>
        </a:p>
      </dgm:t>
    </dgm:pt>
    <dgm:pt modelId="{1CFB9F34-F3D3-45D6-9F6C-D0146EE65168}" type="sibTrans" cxnId="{C12E909E-A714-4C69-8462-B8FD884DDDD9}">
      <dgm:prSet/>
      <dgm:spPr/>
      <dgm:t>
        <a:bodyPr/>
        <a:lstStyle/>
        <a:p>
          <a:endParaRPr lang="en-US"/>
        </a:p>
      </dgm:t>
    </dgm:pt>
    <dgm:pt modelId="{308A726F-B2DD-4364-8A7A-224573618365}">
      <dgm:prSet/>
      <dgm:spPr/>
      <dgm:t>
        <a:bodyPr/>
        <a:lstStyle/>
        <a:p>
          <a:r>
            <a:rPr lang="en-IN" b="0" i="0"/>
            <a:t>Mobile Apps Configuration &amp; Monitoring</a:t>
          </a:r>
          <a:endParaRPr lang="en-US"/>
        </a:p>
      </dgm:t>
    </dgm:pt>
    <dgm:pt modelId="{FB3E3FF0-6B57-4607-9ED1-B0A92F15AF60}" type="parTrans" cxnId="{1A8EEA69-89ED-4839-9EA7-CC537A06FC97}">
      <dgm:prSet/>
      <dgm:spPr/>
      <dgm:t>
        <a:bodyPr/>
        <a:lstStyle/>
        <a:p>
          <a:endParaRPr lang="en-US"/>
        </a:p>
      </dgm:t>
    </dgm:pt>
    <dgm:pt modelId="{C7EF218C-C79A-4CEC-A780-83A12BC1E85D}" type="sibTrans" cxnId="{1A8EEA69-89ED-4839-9EA7-CC537A06FC97}">
      <dgm:prSet/>
      <dgm:spPr/>
      <dgm:t>
        <a:bodyPr/>
        <a:lstStyle/>
        <a:p>
          <a:endParaRPr lang="en-US"/>
        </a:p>
      </dgm:t>
    </dgm:pt>
    <dgm:pt modelId="{3116F25A-DA9E-45A9-BC3B-7637F558340D}">
      <dgm:prSet/>
      <dgm:spPr/>
      <dgm:t>
        <a:bodyPr/>
        <a:lstStyle/>
        <a:p>
          <a:r>
            <a:rPr lang="en-IN" b="0" i="0"/>
            <a:t>Conditional Access Settings</a:t>
          </a:r>
          <a:endParaRPr lang="en-US"/>
        </a:p>
      </dgm:t>
    </dgm:pt>
    <dgm:pt modelId="{6EA4F70B-3052-4222-8255-615F20998CBA}" type="parTrans" cxnId="{6C9F0CDC-9ECC-4573-9857-4046CAD2255C}">
      <dgm:prSet/>
      <dgm:spPr/>
      <dgm:t>
        <a:bodyPr/>
        <a:lstStyle/>
        <a:p>
          <a:endParaRPr lang="en-US"/>
        </a:p>
      </dgm:t>
    </dgm:pt>
    <dgm:pt modelId="{717C8407-2DAB-40D6-93BC-BE6AB3D5E145}" type="sibTrans" cxnId="{6C9F0CDC-9ECC-4573-9857-4046CAD2255C}">
      <dgm:prSet/>
      <dgm:spPr/>
      <dgm:t>
        <a:bodyPr/>
        <a:lstStyle/>
        <a:p>
          <a:endParaRPr lang="en-US"/>
        </a:p>
      </dgm:t>
    </dgm:pt>
    <dgm:pt modelId="{9A1BFCD6-440F-49D9-9BCD-3DDF7CC40C8C}">
      <dgm:prSet/>
      <dgm:spPr/>
      <dgm:t>
        <a:bodyPr/>
        <a:lstStyle/>
        <a:p>
          <a:r>
            <a:rPr lang="en-IN" b="0" i="0"/>
            <a:t>Users &amp; Groups Management</a:t>
          </a:r>
          <a:endParaRPr lang="en-US"/>
        </a:p>
      </dgm:t>
    </dgm:pt>
    <dgm:pt modelId="{327C9079-A178-489C-99B0-737DABF2198B}" type="parTrans" cxnId="{3F2F437C-A357-4506-B19D-DA15C2C86026}">
      <dgm:prSet/>
      <dgm:spPr/>
      <dgm:t>
        <a:bodyPr/>
        <a:lstStyle/>
        <a:p>
          <a:endParaRPr lang="en-US"/>
        </a:p>
      </dgm:t>
    </dgm:pt>
    <dgm:pt modelId="{1BA2D45A-6C69-4B75-A8C8-8341125CE527}" type="sibTrans" cxnId="{3F2F437C-A357-4506-B19D-DA15C2C86026}">
      <dgm:prSet/>
      <dgm:spPr/>
      <dgm:t>
        <a:bodyPr/>
        <a:lstStyle/>
        <a:p>
          <a:endParaRPr lang="en-US"/>
        </a:p>
      </dgm:t>
    </dgm:pt>
    <dgm:pt modelId="{F6CEE322-9754-4326-AD92-231E89675FAB}">
      <dgm:prSet/>
      <dgm:spPr/>
      <dgm:t>
        <a:bodyPr/>
        <a:lstStyle/>
        <a:p>
          <a:r>
            <a:rPr lang="en-IN" b="0" i="0"/>
            <a:t>User Roles Controls</a:t>
          </a:r>
          <a:endParaRPr lang="en-US"/>
        </a:p>
      </dgm:t>
    </dgm:pt>
    <dgm:pt modelId="{7DDAABA4-CA2B-4569-8DE4-308965A9D2E3}" type="parTrans" cxnId="{1C6D9526-0354-4371-8778-5D0AE6C61AAB}">
      <dgm:prSet/>
      <dgm:spPr/>
      <dgm:t>
        <a:bodyPr/>
        <a:lstStyle/>
        <a:p>
          <a:endParaRPr lang="en-US"/>
        </a:p>
      </dgm:t>
    </dgm:pt>
    <dgm:pt modelId="{2E72538B-A17E-46BD-89ED-1990BEA3E2DF}" type="sibTrans" cxnId="{1C6D9526-0354-4371-8778-5D0AE6C61AAB}">
      <dgm:prSet/>
      <dgm:spPr/>
      <dgm:t>
        <a:bodyPr/>
        <a:lstStyle/>
        <a:p>
          <a:endParaRPr lang="en-US"/>
        </a:p>
      </dgm:t>
    </dgm:pt>
    <dgm:pt modelId="{ADB7DE3C-AB7C-3E45-B270-805BF67E5C38}" type="pres">
      <dgm:prSet presAssocID="{54FF79F4-EB7E-480E-841D-A3D38F97DC88}" presName="linear" presStyleCnt="0">
        <dgm:presLayoutVars>
          <dgm:animLvl val="lvl"/>
          <dgm:resizeHandles val="exact"/>
        </dgm:presLayoutVars>
      </dgm:prSet>
      <dgm:spPr/>
    </dgm:pt>
    <dgm:pt modelId="{499F322E-9017-A841-A496-7B0D5984AA3E}" type="pres">
      <dgm:prSet presAssocID="{60749793-0E21-4E66-9D6C-BBF3E91C6D7F}" presName="parentText" presStyleLbl="node1" presStyleIdx="0" presStyleCnt="8">
        <dgm:presLayoutVars>
          <dgm:chMax val="0"/>
          <dgm:bulletEnabled val="1"/>
        </dgm:presLayoutVars>
      </dgm:prSet>
      <dgm:spPr/>
    </dgm:pt>
    <dgm:pt modelId="{B7E66A6A-5DA0-1B45-AA73-EF51E4C9ACE6}" type="pres">
      <dgm:prSet presAssocID="{048A8A88-B1C4-49AF-AC64-AC5933D1B19B}" presName="spacer" presStyleCnt="0"/>
      <dgm:spPr/>
    </dgm:pt>
    <dgm:pt modelId="{A8214539-830E-9C42-A0A2-E9854C954164}" type="pres">
      <dgm:prSet presAssocID="{7EF7D395-E21B-41FD-9FE8-160A503B5643}" presName="parentText" presStyleLbl="node1" presStyleIdx="1" presStyleCnt="8">
        <dgm:presLayoutVars>
          <dgm:chMax val="0"/>
          <dgm:bulletEnabled val="1"/>
        </dgm:presLayoutVars>
      </dgm:prSet>
      <dgm:spPr/>
    </dgm:pt>
    <dgm:pt modelId="{8D351B63-D0CD-0A43-AA33-3C2FB0B9CAD2}" type="pres">
      <dgm:prSet presAssocID="{8226EC31-3F59-4881-878C-C8F680A93C86}" presName="spacer" presStyleCnt="0"/>
      <dgm:spPr/>
    </dgm:pt>
    <dgm:pt modelId="{DCE77507-9A71-414F-ADA2-E4CE038298DC}" type="pres">
      <dgm:prSet presAssocID="{1787355C-AC5B-4185-9FD5-EB3E69B156CC}" presName="parentText" presStyleLbl="node1" presStyleIdx="2" presStyleCnt="8">
        <dgm:presLayoutVars>
          <dgm:chMax val="0"/>
          <dgm:bulletEnabled val="1"/>
        </dgm:presLayoutVars>
      </dgm:prSet>
      <dgm:spPr/>
    </dgm:pt>
    <dgm:pt modelId="{2757639B-F260-3643-A7C9-D7BF16C58FF4}" type="pres">
      <dgm:prSet presAssocID="{723724B8-8204-4F9F-A795-876E5B545559}" presName="spacer" presStyleCnt="0"/>
      <dgm:spPr/>
    </dgm:pt>
    <dgm:pt modelId="{D2BB2449-3EF6-E549-9C52-1C649705470C}" type="pres">
      <dgm:prSet presAssocID="{A8B4F6B4-473B-4C39-8D90-5BCF068984C0}" presName="parentText" presStyleLbl="node1" presStyleIdx="3" presStyleCnt="8">
        <dgm:presLayoutVars>
          <dgm:chMax val="0"/>
          <dgm:bulletEnabled val="1"/>
        </dgm:presLayoutVars>
      </dgm:prSet>
      <dgm:spPr/>
    </dgm:pt>
    <dgm:pt modelId="{F33CA716-E1AA-2141-8C6B-E7CD0E669646}" type="pres">
      <dgm:prSet presAssocID="{1CFB9F34-F3D3-45D6-9F6C-D0146EE65168}" presName="spacer" presStyleCnt="0"/>
      <dgm:spPr/>
    </dgm:pt>
    <dgm:pt modelId="{7FA5B00B-1F15-A240-BF92-32C8DB87821A}" type="pres">
      <dgm:prSet presAssocID="{308A726F-B2DD-4364-8A7A-224573618365}" presName="parentText" presStyleLbl="node1" presStyleIdx="4" presStyleCnt="8">
        <dgm:presLayoutVars>
          <dgm:chMax val="0"/>
          <dgm:bulletEnabled val="1"/>
        </dgm:presLayoutVars>
      </dgm:prSet>
      <dgm:spPr/>
    </dgm:pt>
    <dgm:pt modelId="{0501B5CB-AFCB-854A-B975-9103F05189DD}" type="pres">
      <dgm:prSet presAssocID="{C7EF218C-C79A-4CEC-A780-83A12BC1E85D}" presName="spacer" presStyleCnt="0"/>
      <dgm:spPr/>
    </dgm:pt>
    <dgm:pt modelId="{4C87E36C-AD25-E140-8744-EC468299A329}" type="pres">
      <dgm:prSet presAssocID="{3116F25A-DA9E-45A9-BC3B-7637F558340D}" presName="parentText" presStyleLbl="node1" presStyleIdx="5" presStyleCnt="8">
        <dgm:presLayoutVars>
          <dgm:chMax val="0"/>
          <dgm:bulletEnabled val="1"/>
        </dgm:presLayoutVars>
      </dgm:prSet>
      <dgm:spPr/>
    </dgm:pt>
    <dgm:pt modelId="{F4EB1330-9FC3-2C42-841E-9603BF1147EF}" type="pres">
      <dgm:prSet presAssocID="{717C8407-2DAB-40D6-93BC-BE6AB3D5E145}" presName="spacer" presStyleCnt="0"/>
      <dgm:spPr/>
    </dgm:pt>
    <dgm:pt modelId="{221BEBD1-4B51-884C-872A-15A12435D870}" type="pres">
      <dgm:prSet presAssocID="{9A1BFCD6-440F-49D9-9BCD-3DDF7CC40C8C}" presName="parentText" presStyleLbl="node1" presStyleIdx="6" presStyleCnt="8">
        <dgm:presLayoutVars>
          <dgm:chMax val="0"/>
          <dgm:bulletEnabled val="1"/>
        </dgm:presLayoutVars>
      </dgm:prSet>
      <dgm:spPr/>
    </dgm:pt>
    <dgm:pt modelId="{75C00AC5-32E6-5241-9B62-08F0AC915D74}" type="pres">
      <dgm:prSet presAssocID="{1BA2D45A-6C69-4B75-A8C8-8341125CE527}" presName="spacer" presStyleCnt="0"/>
      <dgm:spPr/>
    </dgm:pt>
    <dgm:pt modelId="{A4D48D6C-AB9C-6148-819F-1AA03102F3CB}" type="pres">
      <dgm:prSet presAssocID="{F6CEE322-9754-4326-AD92-231E89675FAB}" presName="parentText" presStyleLbl="node1" presStyleIdx="7" presStyleCnt="8">
        <dgm:presLayoutVars>
          <dgm:chMax val="0"/>
          <dgm:bulletEnabled val="1"/>
        </dgm:presLayoutVars>
      </dgm:prSet>
      <dgm:spPr/>
    </dgm:pt>
  </dgm:ptLst>
  <dgm:cxnLst>
    <dgm:cxn modelId="{695F961E-6F5E-DD45-9CCB-AD1CC0336D34}" type="presOf" srcId="{3116F25A-DA9E-45A9-BC3B-7637F558340D}" destId="{4C87E36C-AD25-E140-8744-EC468299A329}" srcOrd="0" destOrd="0" presId="urn:microsoft.com/office/officeart/2005/8/layout/vList2"/>
    <dgm:cxn modelId="{1C6D9526-0354-4371-8778-5D0AE6C61AAB}" srcId="{54FF79F4-EB7E-480E-841D-A3D38F97DC88}" destId="{F6CEE322-9754-4326-AD92-231E89675FAB}" srcOrd="7" destOrd="0" parTransId="{7DDAABA4-CA2B-4569-8DE4-308965A9D2E3}" sibTransId="{2E72538B-A17E-46BD-89ED-1990BEA3E2DF}"/>
    <dgm:cxn modelId="{88029527-3C15-4984-B672-6F99302F7C65}" srcId="{54FF79F4-EB7E-480E-841D-A3D38F97DC88}" destId="{7EF7D395-E21B-41FD-9FE8-160A503B5643}" srcOrd="1" destOrd="0" parTransId="{DB281511-0673-4925-A0C9-30B0F4B8715C}" sibTransId="{8226EC31-3F59-4881-878C-C8F680A93C86}"/>
    <dgm:cxn modelId="{24F1972C-1E00-A240-A11F-59D24D3BC271}" type="presOf" srcId="{54FF79F4-EB7E-480E-841D-A3D38F97DC88}" destId="{ADB7DE3C-AB7C-3E45-B270-805BF67E5C38}" srcOrd="0" destOrd="0" presId="urn:microsoft.com/office/officeart/2005/8/layout/vList2"/>
    <dgm:cxn modelId="{59CEBB3F-BA17-3A43-A6AA-212C6738B3BD}" type="presOf" srcId="{A8B4F6B4-473B-4C39-8D90-5BCF068984C0}" destId="{D2BB2449-3EF6-E549-9C52-1C649705470C}" srcOrd="0" destOrd="0" presId="urn:microsoft.com/office/officeart/2005/8/layout/vList2"/>
    <dgm:cxn modelId="{804DCC4A-D372-6045-8790-596E9A094B86}" type="presOf" srcId="{308A726F-B2DD-4364-8A7A-224573618365}" destId="{7FA5B00B-1F15-A240-BF92-32C8DB87821A}" srcOrd="0" destOrd="0" presId="urn:microsoft.com/office/officeart/2005/8/layout/vList2"/>
    <dgm:cxn modelId="{7C312856-DFC6-A04B-B238-B603D3733A9B}" type="presOf" srcId="{7EF7D395-E21B-41FD-9FE8-160A503B5643}" destId="{A8214539-830E-9C42-A0A2-E9854C954164}" srcOrd="0" destOrd="0" presId="urn:microsoft.com/office/officeart/2005/8/layout/vList2"/>
    <dgm:cxn modelId="{1A8EEA69-89ED-4839-9EA7-CC537A06FC97}" srcId="{54FF79F4-EB7E-480E-841D-A3D38F97DC88}" destId="{308A726F-B2DD-4364-8A7A-224573618365}" srcOrd="4" destOrd="0" parTransId="{FB3E3FF0-6B57-4607-9ED1-B0A92F15AF60}" sibTransId="{C7EF218C-C79A-4CEC-A780-83A12BC1E85D}"/>
    <dgm:cxn modelId="{DA711C73-DEF7-4549-AD5D-B873636A7651}" type="presOf" srcId="{1787355C-AC5B-4185-9FD5-EB3E69B156CC}" destId="{DCE77507-9A71-414F-ADA2-E4CE038298DC}" srcOrd="0" destOrd="0" presId="urn:microsoft.com/office/officeart/2005/8/layout/vList2"/>
    <dgm:cxn modelId="{3F2F437C-A357-4506-B19D-DA15C2C86026}" srcId="{54FF79F4-EB7E-480E-841D-A3D38F97DC88}" destId="{9A1BFCD6-440F-49D9-9BCD-3DDF7CC40C8C}" srcOrd="6" destOrd="0" parTransId="{327C9079-A178-489C-99B0-737DABF2198B}" sibTransId="{1BA2D45A-6C69-4B75-A8C8-8341125CE527}"/>
    <dgm:cxn modelId="{4D694E92-B607-4AA4-BD90-6F146FF914CA}" srcId="{54FF79F4-EB7E-480E-841D-A3D38F97DC88}" destId="{60749793-0E21-4E66-9D6C-BBF3E91C6D7F}" srcOrd="0" destOrd="0" parTransId="{8BEE3D85-211C-4C14-9CB3-4BF2837E89AB}" sibTransId="{048A8A88-B1C4-49AF-AC64-AC5933D1B19B}"/>
    <dgm:cxn modelId="{C12E909E-A714-4C69-8462-B8FD884DDDD9}" srcId="{54FF79F4-EB7E-480E-841D-A3D38F97DC88}" destId="{A8B4F6B4-473B-4C39-8D90-5BCF068984C0}" srcOrd="3" destOrd="0" parTransId="{7598E6DD-8849-4386-9388-25A68EE7B0B4}" sibTransId="{1CFB9F34-F3D3-45D6-9F6C-D0146EE65168}"/>
    <dgm:cxn modelId="{31020FC0-B92C-E446-9809-9A8E9F9C355C}" type="presOf" srcId="{F6CEE322-9754-4326-AD92-231E89675FAB}" destId="{A4D48D6C-AB9C-6148-819F-1AA03102F3CB}" srcOrd="0" destOrd="0" presId="urn:microsoft.com/office/officeart/2005/8/layout/vList2"/>
    <dgm:cxn modelId="{45DA28C7-6907-E943-BEC2-B08E47E37F27}" type="presOf" srcId="{60749793-0E21-4E66-9D6C-BBF3E91C6D7F}" destId="{499F322E-9017-A841-A496-7B0D5984AA3E}" srcOrd="0" destOrd="0" presId="urn:microsoft.com/office/officeart/2005/8/layout/vList2"/>
    <dgm:cxn modelId="{077E2ECD-6932-4FDB-9639-253E9B039C49}" srcId="{54FF79F4-EB7E-480E-841D-A3D38F97DC88}" destId="{1787355C-AC5B-4185-9FD5-EB3E69B156CC}" srcOrd="2" destOrd="0" parTransId="{9DCBA812-4E9D-4BFD-A652-6BC5C9595CFF}" sibTransId="{723724B8-8204-4F9F-A795-876E5B545559}"/>
    <dgm:cxn modelId="{6C9F0CDC-9ECC-4573-9857-4046CAD2255C}" srcId="{54FF79F4-EB7E-480E-841D-A3D38F97DC88}" destId="{3116F25A-DA9E-45A9-BC3B-7637F558340D}" srcOrd="5" destOrd="0" parTransId="{6EA4F70B-3052-4222-8255-615F20998CBA}" sibTransId="{717C8407-2DAB-40D6-93BC-BE6AB3D5E145}"/>
    <dgm:cxn modelId="{A7C300E2-2F11-1941-9A62-1A586C64716A}" type="presOf" srcId="{9A1BFCD6-440F-49D9-9BCD-3DDF7CC40C8C}" destId="{221BEBD1-4B51-884C-872A-15A12435D870}" srcOrd="0" destOrd="0" presId="urn:microsoft.com/office/officeart/2005/8/layout/vList2"/>
    <dgm:cxn modelId="{BAF5E2B8-8F34-D94D-BC93-ED0F00296A2B}" type="presParOf" srcId="{ADB7DE3C-AB7C-3E45-B270-805BF67E5C38}" destId="{499F322E-9017-A841-A496-7B0D5984AA3E}" srcOrd="0" destOrd="0" presId="urn:microsoft.com/office/officeart/2005/8/layout/vList2"/>
    <dgm:cxn modelId="{2B0F63BE-50C9-B94E-BDAA-FFA34B425D3F}" type="presParOf" srcId="{ADB7DE3C-AB7C-3E45-B270-805BF67E5C38}" destId="{B7E66A6A-5DA0-1B45-AA73-EF51E4C9ACE6}" srcOrd="1" destOrd="0" presId="urn:microsoft.com/office/officeart/2005/8/layout/vList2"/>
    <dgm:cxn modelId="{7DA71845-7CC6-8948-BA7D-208CD2C1AE49}" type="presParOf" srcId="{ADB7DE3C-AB7C-3E45-B270-805BF67E5C38}" destId="{A8214539-830E-9C42-A0A2-E9854C954164}" srcOrd="2" destOrd="0" presId="urn:microsoft.com/office/officeart/2005/8/layout/vList2"/>
    <dgm:cxn modelId="{49938AB6-8C6D-2C4D-9257-FA1554930553}" type="presParOf" srcId="{ADB7DE3C-AB7C-3E45-B270-805BF67E5C38}" destId="{8D351B63-D0CD-0A43-AA33-3C2FB0B9CAD2}" srcOrd="3" destOrd="0" presId="urn:microsoft.com/office/officeart/2005/8/layout/vList2"/>
    <dgm:cxn modelId="{C0EC8516-883F-B248-B12A-6BB907C4A420}" type="presParOf" srcId="{ADB7DE3C-AB7C-3E45-B270-805BF67E5C38}" destId="{DCE77507-9A71-414F-ADA2-E4CE038298DC}" srcOrd="4" destOrd="0" presId="urn:microsoft.com/office/officeart/2005/8/layout/vList2"/>
    <dgm:cxn modelId="{F53C2F8F-16EB-394F-B4F8-E839B766FB39}" type="presParOf" srcId="{ADB7DE3C-AB7C-3E45-B270-805BF67E5C38}" destId="{2757639B-F260-3643-A7C9-D7BF16C58FF4}" srcOrd="5" destOrd="0" presId="urn:microsoft.com/office/officeart/2005/8/layout/vList2"/>
    <dgm:cxn modelId="{2B8A2CDA-B6CA-844E-AF7A-362EE2022017}" type="presParOf" srcId="{ADB7DE3C-AB7C-3E45-B270-805BF67E5C38}" destId="{D2BB2449-3EF6-E549-9C52-1C649705470C}" srcOrd="6" destOrd="0" presId="urn:microsoft.com/office/officeart/2005/8/layout/vList2"/>
    <dgm:cxn modelId="{10A7DD49-A89F-0A4A-9C52-24A773D01270}" type="presParOf" srcId="{ADB7DE3C-AB7C-3E45-B270-805BF67E5C38}" destId="{F33CA716-E1AA-2141-8C6B-E7CD0E669646}" srcOrd="7" destOrd="0" presId="urn:microsoft.com/office/officeart/2005/8/layout/vList2"/>
    <dgm:cxn modelId="{E8A9AFE9-3512-984C-B3DA-7DDD6F0BCFE5}" type="presParOf" srcId="{ADB7DE3C-AB7C-3E45-B270-805BF67E5C38}" destId="{7FA5B00B-1F15-A240-BF92-32C8DB87821A}" srcOrd="8" destOrd="0" presId="urn:microsoft.com/office/officeart/2005/8/layout/vList2"/>
    <dgm:cxn modelId="{3CCB92CD-8C3C-6C44-96FE-D9A2B38F7900}" type="presParOf" srcId="{ADB7DE3C-AB7C-3E45-B270-805BF67E5C38}" destId="{0501B5CB-AFCB-854A-B975-9103F05189DD}" srcOrd="9" destOrd="0" presId="urn:microsoft.com/office/officeart/2005/8/layout/vList2"/>
    <dgm:cxn modelId="{71D3EC59-3747-474D-9C43-06E8C632FB9D}" type="presParOf" srcId="{ADB7DE3C-AB7C-3E45-B270-805BF67E5C38}" destId="{4C87E36C-AD25-E140-8744-EC468299A329}" srcOrd="10" destOrd="0" presId="urn:microsoft.com/office/officeart/2005/8/layout/vList2"/>
    <dgm:cxn modelId="{158D85B6-D078-F34F-93F9-45CB344D5384}" type="presParOf" srcId="{ADB7DE3C-AB7C-3E45-B270-805BF67E5C38}" destId="{F4EB1330-9FC3-2C42-841E-9603BF1147EF}" srcOrd="11" destOrd="0" presId="urn:microsoft.com/office/officeart/2005/8/layout/vList2"/>
    <dgm:cxn modelId="{72DD019E-D465-FB4A-A372-1C79BA3262E5}" type="presParOf" srcId="{ADB7DE3C-AB7C-3E45-B270-805BF67E5C38}" destId="{221BEBD1-4B51-884C-872A-15A12435D870}" srcOrd="12" destOrd="0" presId="urn:microsoft.com/office/officeart/2005/8/layout/vList2"/>
    <dgm:cxn modelId="{CEC6D379-3E01-5E43-BF1A-505AF9518B1E}" type="presParOf" srcId="{ADB7DE3C-AB7C-3E45-B270-805BF67E5C38}" destId="{75C00AC5-32E6-5241-9B62-08F0AC915D74}" srcOrd="13" destOrd="0" presId="urn:microsoft.com/office/officeart/2005/8/layout/vList2"/>
    <dgm:cxn modelId="{76BF0F9D-0FBB-3C44-8D54-3D9FE1A187E7}" type="presParOf" srcId="{ADB7DE3C-AB7C-3E45-B270-805BF67E5C38}" destId="{A4D48D6C-AB9C-6148-819F-1AA03102F3CB}"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F322E-9017-A841-A496-7B0D5984AA3E}">
      <dsp:nvSpPr>
        <dsp:cNvPr id="0" name=""/>
        <dsp:cNvSpPr/>
      </dsp:nvSpPr>
      <dsp:spPr>
        <a:xfrm>
          <a:off x="0" y="198845"/>
          <a:ext cx="6507163" cy="695565"/>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Device Enrolment</a:t>
          </a:r>
          <a:endParaRPr lang="en-US" sz="2900" kern="1200"/>
        </a:p>
      </dsp:txBody>
      <dsp:txXfrm>
        <a:off x="33955" y="232800"/>
        <a:ext cx="6439253" cy="627655"/>
      </dsp:txXfrm>
    </dsp:sp>
    <dsp:sp modelId="{A8214539-830E-9C42-A0A2-E9854C954164}">
      <dsp:nvSpPr>
        <dsp:cNvPr id="0" name=""/>
        <dsp:cNvSpPr/>
      </dsp:nvSpPr>
      <dsp:spPr>
        <a:xfrm>
          <a:off x="0" y="977930"/>
          <a:ext cx="6507163" cy="695565"/>
        </a:xfrm>
        <a:prstGeom prst="roundRect">
          <a:avLst/>
        </a:prstGeom>
        <a:gradFill rotWithShape="0">
          <a:gsLst>
            <a:gs pos="0">
              <a:schemeClr val="accent5">
                <a:hueOff val="-965506"/>
                <a:satOff val="-2488"/>
                <a:lumOff val="-1681"/>
                <a:alphaOff val="0"/>
                <a:satMod val="103000"/>
                <a:lumMod val="102000"/>
                <a:tint val="94000"/>
              </a:schemeClr>
            </a:gs>
            <a:gs pos="50000">
              <a:schemeClr val="accent5">
                <a:hueOff val="-965506"/>
                <a:satOff val="-2488"/>
                <a:lumOff val="-1681"/>
                <a:alphaOff val="0"/>
                <a:satMod val="110000"/>
                <a:lumMod val="100000"/>
                <a:shade val="100000"/>
              </a:schemeClr>
            </a:gs>
            <a:gs pos="100000">
              <a:schemeClr val="accent5">
                <a:hueOff val="-965506"/>
                <a:satOff val="-2488"/>
                <a:lumOff val="-16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Device Compliance</a:t>
          </a:r>
          <a:endParaRPr lang="en-US" sz="2900" kern="1200"/>
        </a:p>
      </dsp:txBody>
      <dsp:txXfrm>
        <a:off x="33955" y="1011885"/>
        <a:ext cx="6439253" cy="627655"/>
      </dsp:txXfrm>
    </dsp:sp>
    <dsp:sp modelId="{DCE77507-9A71-414F-ADA2-E4CE038298DC}">
      <dsp:nvSpPr>
        <dsp:cNvPr id="0" name=""/>
        <dsp:cNvSpPr/>
      </dsp:nvSpPr>
      <dsp:spPr>
        <a:xfrm>
          <a:off x="0" y="1757015"/>
          <a:ext cx="6507163" cy="695565"/>
        </a:xfrm>
        <a:prstGeom prst="roundRect">
          <a:avLst/>
        </a:prstGeom>
        <a:gradFill rotWithShape="0">
          <a:gsLst>
            <a:gs pos="0">
              <a:schemeClr val="accent5">
                <a:hueOff val="-1931012"/>
                <a:satOff val="-4977"/>
                <a:lumOff val="-3361"/>
                <a:alphaOff val="0"/>
                <a:satMod val="103000"/>
                <a:lumMod val="102000"/>
                <a:tint val="94000"/>
              </a:schemeClr>
            </a:gs>
            <a:gs pos="50000">
              <a:schemeClr val="accent5">
                <a:hueOff val="-1931012"/>
                <a:satOff val="-4977"/>
                <a:lumOff val="-3361"/>
                <a:alphaOff val="0"/>
                <a:satMod val="110000"/>
                <a:lumMod val="100000"/>
                <a:shade val="100000"/>
              </a:schemeClr>
            </a:gs>
            <a:gs pos="100000">
              <a:schemeClr val="accent5">
                <a:hueOff val="-1931012"/>
                <a:satOff val="-4977"/>
                <a:lumOff val="-33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Device Management</a:t>
          </a:r>
          <a:endParaRPr lang="en-US" sz="2900" kern="1200"/>
        </a:p>
      </dsp:txBody>
      <dsp:txXfrm>
        <a:off x="33955" y="1790970"/>
        <a:ext cx="6439253" cy="627655"/>
      </dsp:txXfrm>
    </dsp:sp>
    <dsp:sp modelId="{D2BB2449-3EF6-E549-9C52-1C649705470C}">
      <dsp:nvSpPr>
        <dsp:cNvPr id="0" name=""/>
        <dsp:cNvSpPr/>
      </dsp:nvSpPr>
      <dsp:spPr>
        <a:xfrm>
          <a:off x="0" y="2536100"/>
          <a:ext cx="6507163" cy="695565"/>
        </a:xfrm>
        <a:prstGeom prst="roundRect">
          <a:avLst/>
        </a:prstGeom>
        <a:gradFill rotWithShape="0">
          <a:gsLst>
            <a:gs pos="0">
              <a:schemeClr val="accent5">
                <a:hueOff val="-2896518"/>
                <a:satOff val="-7465"/>
                <a:lumOff val="-5042"/>
                <a:alphaOff val="0"/>
                <a:satMod val="103000"/>
                <a:lumMod val="102000"/>
                <a:tint val="94000"/>
              </a:schemeClr>
            </a:gs>
            <a:gs pos="50000">
              <a:schemeClr val="accent5">
                <a:hueOff val="-2896518"/>
                <a:satOff val="-7465"/>
                <a:lumOff val="-5042"/>
                <a:alphaOff val="0"/>
                <a:satMod val="110000"/>
                <a:lumMod val="100000"/>
                <a:shade val="100000"/>
              </a:schemeClr>
            </a:gs>
            <a:gs pos="100000">
              <a:schemeClr val="accent5">
                <a:hueOff val="-2896518"/>
                <a:satOff val="-7465"/>
                <a:lumOff val="-504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Mobile Apps Deployment</a:t>
          </a:r>
          <a:endParaRPr lang="en-US" sz="2900" kern="1200"/>
        </a:p>
      </dsp:txBody>
      <dsp:txXfrm>
        <a:off x="33955" y="2570055"/>
        <a:ext cx="6439253" cy="627655"/>
      </dsp:txXfrm>
    </dsp:sp>
    <dsp:sp modelId="{7FA5B00B-1F15-A240-BF92-32C8DB87821A}">
      <dsp:nvSpPr>
        <dsp:cNvPr id="0" name=""/>
        <dsp:cNvSpPr/>
      </dsp:nvSpPr>
      <dsp:spPr>
        <a:xfrm>
          <a:off x="0" y="3315185"/>
          <a:ext cx="6507163" cy="695565"/>
        </a:xfrm>
        <a:prstGeom prst="roundRect">
          <a:avLst/>
        </a:prstGeom>
        <a:gradFill rotWithShape="0">
          <a:gsLst>
            <a:gs pos="0">
              <a:schemeClr val="accent5">
                <a:hueOff val="-3862025"/>
                <a:satOff val="-9954"/>
                <a:lumOff val="-6723"/>
                <a:alphaOff val="0"/>
                <a:satMod val="103000"/>
                <a:lumMod val="102000"/>
                <a:tint val="94000"/>
              </a:schemeClr>
            </a:gs>
            <a:gs pos="50000">
              <a:schemeClr val="accent5">
                <a:hueOff val="-3862025"/>
                <a:satOff val="-9954"/>
                <a:lumOff val="-6723"/>
                <a:alphaOff val="0"/>
                <a:satMod val="110000"/>
                <a:lumMod val="100000"/>
                <a:shade val="100000"/>
              </a:schemeClr>
            </a:gs>
            <a:gs pos="100000">
              <a:schemeClr val="accent5">
                <a:hueOff val="-3862025"/>
                <a:satOff val="-9954"/>
                <a:lumOff val="-672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Mobile Apps Configuration &amp; Monitoring</a:t>
          </a:r>
          <a:endParaRPr lang="en-US" sz="2900" kern="1200"/>
        </a:p>
      </dsp:txBody>
      <dsp:txXfrm>
        <a:off x="33955" y="3349140"/>
        <a:ext cx="6439253" cy="627655"/>
      </dsp:txXfrm>
    </dsp:sp>
    <dsp:sp modelId="{4C87E36C-AD25-E140-8744-EC468299A329}">
      <dsp:nvSpPr>
        <dsp:cNvPr id="0" name=""/>
        <dsp:cNvSpPr/>
      </dsp:nvSpPr>
      <dsp:spPr>
        <a:xfrm>
          <a:off x="0" y="4094270"/>
          <a:ext cx="6507163" cy="695565"/>
        </a:xfrm>
        <a:prstGeom prst="roundRect">
          <a:avLst/>
        </a:prstGeom>
        <a:gradFill rotWithShape="0">
          <a:gsLst>
            <a:gs pos="0">
              <a:schemeClr val="accent5">
                <a:hueOff val="-4827531"/>
                <a:satOff val="-12442"/>
                <a:lumOff val="-8404"/>
                <a:alphaOff val="0"/>
                <a:satMod val="103000"/>
                <a:lumMod val="102000"/>
                <a:tint val="94000"/>
              </a:schemeClr>
            </a:gs>
            <a:gs pos="50000">
              <a:schemeClr val="accent5">
                <a:hueOff val="-4827531"/>
                <a:satOff val="-12442"/>
                <a:lumOff val="-8404"/>
                <a:alphaOff val="0"/>
                <a:satMod val="110000"/>
                <a:lumMod val="100000"/>
                <a:shade val="100000"/>
              </a:schemeClr>
            </a:gs>
            <a:gs pos="100000">
              <a:schemeClr val="accent5">
                <a:hueOff val="-4827531"/>
                <a:satOff val="-12442"/>
                <a:lumOff val="-840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Conditional Access Settings</a:t>
          </a:r>
          <a:endParaRPr lang="en-US" sz="2900" kern="1200"/>
        </a:p>
      </dsp:txBody>
      <dsp:txXfrm>
        <a:off x="33955" y="4128225"/>
        <a:ext cx="6439253" cy="627655"/>
      </dsp:txXfrm>
    </dsp:sp>
    <dsp:sp modelId="{221BEBD1-4B51-884C-872A-15A12435D870}">
      <dsp:nvSpPr>
        <dsp:cNvPr id="0" name=""/>
        <dsp:cNvSpPr/>
      </dsp:nvSpPr>
      <dsp:spPr>
        <a:xfrm>
          <a:off x="0" y="4873355"/>
          <a:ext cx="6507163" cy="695565"/>
        </a:xfrm>
        <a:prstGeom prst="roundRect">
          <a:avLst/>
        </a:prstGeom>
        <a:gradFill rotWithShape="0">
          <a:gsLst>
            <a:gs pos="0">
              <a:schemeClr val="accent5">
                <a:hueOff val="-5793037"/>
                <a:satOff val="-14931"/>
                <a:lumOff val="-10084"/>
                <a:alphaOff val="0"/>
                <a:satMod val="103000"/>
                <a:lumMod val="102000"/>
                <a:tint val="94000"/>
              </a:schemeClr>
            </a:gs>
            <a:gs pos="50000">
              <a:schemeClr val="accent5">
                <a:hueOff val="-5793037"/>
                <a:satOff val="-14931"/>
                <a:lumOff val="-10084"/>
                <a:alphaOff val="0"/>
                <a:satMod val="110000"/>
                <a:lumMod val="100000"/>
                <a:shade val="100000"/>
              </a:schemeClr>
            </a:gs>
            <a:gs pos="100000">
              <a:schemeClr val="accent5">
                <a:hueOff val="-5793037"/>
                <a:satOff val="-14931"/>
                <a:lumOff val="-100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Users &amp; Groups Management</a:t>
          </a:r>
          <a:endParaRPr lang="en-US" sz="2900" kern="1200"/>
        </a:p>
      </dsp:txBody>
      <dsp:txXfrm>
        <a:off x="33955" y="4907310"/>
        <a:ext cx="6439253" cy="627655"/>
      </dsp:txXfrm>
    </dsp:sp>
    <dsp:sp modelId="{A4D48D6C-AB9C-6148-819F-1AA03102F3CB}">
      <dsp:nvSpPr>
        <dsp:cNvPr id="0" name=""/>
        <dsp:cNvSpPr/>
      </dsp:nvSpPr>
      <dsp:spPr>
        <a:xfrm>
          <a:off x="0" y="5652440"/>
          <a:ext cx="6507163" cy="695565"/>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b="0" i="0" kern="1200"/>
            <a:t>User Roles Controls</a:t>
          </a:r>
          <a:endParaRPr lang="en-US" sz="2900" kern="1200"/>
        </a:p>
      </dsp:txBody>
      <dsp:txXfrm>
        <a:off x="33955" y="5686395"/>
        <a:ext cx="6439253" cy="62765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5F06-9E71-A755-ED97-61D948D49B0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4F8B13E-A92D-1AAE-36AB-CBCE42AFD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B45B2D0-1FCF-02CA-F892-747EC0490C34}"/>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16059F06-F8A4-D8EE-3C6D-65EA4B3A20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51E9A-F865-701B-0AAA-9D5E6DD81EE9}"/>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3606096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1AAD-C116-BBFB-93E4-AAFD3F2691B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CE01C05-F7DC-5449-722C-59662B3C56B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C644AE9-43D1-1328-8F75-B684D730BF83}"/>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7CB70E9F-51B9-225F-334E-A2ABC35F3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6347E-B081-CABF-E4D6-DD1C51696085}"/>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120421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94B83-1E57-84CF-A4E5-43F995B448A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8C96D3F-496F-91B8-4629-808F8E2567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57CCA7-B51D-8A63-62C6-888244B3FD74}"/>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5D642C63-BB4F-E1EB-65D3-2FD9FC9D9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C03DC-8A4A-D9B5-4F1D-218EA5F710D3}"/>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2774803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7D26-F067-E8F2-D8BA-8AB060CB133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71477E5-7768-5891-495C-C48B006469A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3D9691D-E7F3-12BD-2CF8-A498F7DA68C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0BE3CC1-623F-5947-339B-1D3B72204A43}"/>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6" name="Footer Placeholder 5">
            <a:extLst>
              <a:ext uri="{FF2B5EF4-FFF2-40B4-BE49-F238E27FC236}">
                <a16:creationId xmlns:a16="http://schemas.microsoft.com/office/drawing/2014/main" id="{12D2C1A7-34E8-CA12-A3B6-12ABFC2CE4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3C2BBD-69BE-CCF5-A376-EE353E3BBDB1}"/>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184320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54AB7-7447-0000-D087-0C08E81701A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8B56E14-639A-25BF-A6DC-7DD0E9C1F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2FA645B-2685-6552-890E-D465E82A88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681D98A-634A-FAAE-3037-8D2CF105A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465F37E-1955-92DE-BDB2-D60B3278B94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C6AE2CF-161B-4ED5-9708-915AAC64FD37}"/>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8" name="Footer Placeholder 7">
            <a:extLst>
              <a:ext uri="{FF2B5EF4-FFF2-40B4-BE49-F238E27FC236}">
                <a16:creationId xmlns:a16="http://schemas.microsoft.com/office/drawing/2014/main" id="{DDBD0E8D-65D0-F760-0B14-F0AD7E5A2C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25329B-CFF3-268B-FBA7-813C157D3D39}"/>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3939958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353C-4463-D0DD-65D8-337C453DD51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B36EB29-02D4-FF32-C43B-5DB0B9E2C8CD}"/>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4" name="Footer Placeholder 3">
            <a:extLst>
              <a:ext uri="{FF2B5EF4-FFF2-40B4-BE49-F238E27FC236}">
                <a16:creationId xmlns:a16="http://schemas.microsoft.com/office/drawing/2014/main" id="{28C08CB0-DB23-9D41-4AB4-F6D464FE99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04F910-9B2B-2846-A9F5-4F9673E3EB6A}"/>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1670987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B5822D-F367-BD72-0755-E226E38F384F}"/>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3" name="Footer Placeholder 2">
            <a:extLst>
              <a:ext uri="{FF2B5EF4-FFF2-40B4-BE49-F238E27FC236}">
                <a16:creationId xmlns:a16="http://schemas.microsoft.com/office/drawing/2014/main" id="{FE300AAD-354A-720B-C04E-933062CAAF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523F6C-E54D-303B-5F6F-496313245291}"/>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129240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462F-C2A1-BD37-371B-AE0B194492F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C47BD68-6233-5AD2-2CBC-9BB3B26BB4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6DE2693-2809-6C73-AB5B-5D6C186E8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5BA6C86-E08A-C899-4C69-47D50C5E98C7}"/>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6" name="Footer Placeholder 5">
            <a:extLst>
              <a:ext uri="{FF2B5EF4-FFF2-40B4-BE49-F238E27FC236}">
                <a16:creationId xmlns:a16="http://schemas.microsoft.com/office/drawing/2014/main" id="{EE7BF3A1-7FE5-286E-DF77-E3AE656FFA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6BA6E9-8517-8153-073E-B426981F3565}"/>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322764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C029-D187-E0AC-272F-8FF6A2D16C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4B8784B-497A-698A-D498-ED8C0DF1B2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887A2E-E7DC-82D1-9D75-9E4F9869FD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264221-7640-8A80-CFAE-36BD90E94A22}"/>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6" name="Footer Placeholder 5">
            <a:extLst>
              <a:ext uri="{FF2B5EF4-FFF2-40B4-BE49-F238E27FC236}">
                <a16:creationId xmlns:a16="http://schemas.microsoft.com/office/drawing/2014/main" id="{66DC580D-CFD9-C638-53A8-8A0250F86B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20176B-57D3-4ABB-B320-E10E5BE4271F}"/>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3254493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43B-468C-C7E0-A592-674BCA6AFD4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02CA8B8-6F72-70B0-0F9E-5E4C0175919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CCC47B7-AF13-186F-8889-95B649FD99DE}"/>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048B467A-5881-D4F6-2277-E351F3F81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C4901-0B72-C98C-3DB9-878BCB1B53EA}"/>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1665962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C9A92-0DBB-B6BB-F063-FC328E2F24F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6084D9-EE7A-B573-DED8-43A59D02DE2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037E31D-E18B-7B73-AA41-A5E7FFDF0C7B}"/>
              </a:ext>
            </a:extLst>
          </p:cNvPr>
          <p:cNvSpPr>
            <a:spLocks noGrp="1"/>
          </p:cNvSpPr>
          <p:nvPr>
            <p:ph type="dt" sz="half" idx="10"/>
          </p:nvPr>
        </p:nvSpPr>
        <p:spPr/>
        <p:txBody>
          <a:body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A8445D47-AFF5-EBDA-24DE-B1450C50E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2A7E2-E1F7-02F4-6562-38E2756D8EFF}"/>
              </a:ext>
            </a:extLst>
          </p:cNvPr>
          <p:cNvSpPr>
            <a:spLocks noGrp="1"/>
          </p:cNvSpPr>
          <p:nvPr>
            <p:ph type="sldNum" sz="quarter" idx="12"/>
          </p:nvPr>
        </p:nvSpPr>
        <p:spPr/>
        <p:txBody>
          <a:bodyPr/>
          <a:lstStyle/>
          <a:p>
            <a:fld id="{BC937BF6-03CD-3447-89EC-0F5D5D68FB54}" type="slidenum">
              <a:rPr lang="en-US" smtClean="0"/>
              <a:t>‹#›</a:t>
            </a:fld>
            <a:endParaRPr lang="en-US"/>
          </a:p>
        </p:txBody>
      </p:sp>
    </p:spTree>
    <p:extLst>
      <p:ext uri="{BB962C8B-B14F-4D97-AF65-F5344CB8AC3E}">
        <p14:creationId xmlns:p14="http://schemas.microsoft.com/office/powerpoint/2010/main" val="2995776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05B56B-8EFC-FFF4-DAAB-9E4C9D403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3EA67F3-D6A1-774E-0E0D-50FA1B3BB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8A0888-8D7E-F2B3-A0C2-B60A6940C0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C5BCDD-2B81-F747-95C6-FDBA02BB0EB6}" type="datetimeFigureOut">
              <a:rPr lang="en-US" smtClean="0"/>
              <a:t>7/9/24</a:t>
            </a:fld>
            <a:endParaRPr lang="en-US"/>
          </a:p>
        </p:txBody>
      </p:sp>
      <p:sp>
        <p:nvSpPr>
          <p:cNvPr id="5" name="Footer Placeholder 4">
            <a:extLst>
              <a:ext uri="{FF2B5EF4-FFF2-40B4-BE49-F238E27FC236}">
                <a16:creationId xmlns:a16="http://schemas.microsoft.com/office/drawing/2014/main" id="{BBE03E33-A17D-1D8C-F0A8-EE5F9F16C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BD6D7DE-F989-917D-D41F-E90AA945B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937BF6-03CD-3447-89EC-0F5D5D68FB54}" type="slidenum">
              <a:rPr lang="en-US" smtClean="0"/>
              <a:t>‹#›</a:t>
            </a:fld>
            <a:endParaRPr lang="en-US"/>
          </a:p>
        </p:txBody>
      </p:sp>
    </p:spTree>
    <p:extLst>
      <p:ext uri="{BB962C8B-B14F-4D97-AF65-F5344CB8AC3E}">
        <p14:creationId xmlns:p14="http://schemas.microsoft.com/office/powerpoint/2010/main" val="982540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microsoft.com/en-us/security/business/microsoft-intune-pric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C277D19-7DB2-4EB7-A9D7-94188998E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3">
            <a:extLst>
              <a:ext uri="{FF2B5EF4-FFF2-40B4-BE49-F238E27FC236}">
                <a16:creationId xmlns:a16="http://schemas.microsoft.com/office/drawing/2014/main" id="{EB197D2C-A33B-4345-BB16-C894ABA82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024" y="1040877"/>
            <a:ext cx="7080494" cy="4776246"/>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solidFill>
            <a:schemeClr val="bg2">
              <a:alpha val="5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9205A140-E34C-EF91-EF99-662CE1FB21BD}"/>
              </a:ext>
            </a:extLst>
          </p:cNvPr>
          <p:cNvSpPr>
            <a:spLocks noGrp="1"/>
          </p:cNvSpPr>
          <p:nvPr>
            <p:ph type="ctrTitle"/>
          </p:nvPr>
        </p:nvSpPr>
        <p:spPr>
          <a:xfrm>
            <a:off x="1924216" y="1924217"/>
            <a:ext cx="4476584" cy="3009568"/>
          </a:xfrm>
        </p:spPr>
        <p:txBody>
          <a:bodyPr anchor="ctr">
            <a:normAutofit/>
          </a:bodyPr>
          <a:lstStyle/>
          <a:p>
            <a:pPr algn="l"/>
            <a:r>
              <a:rPr lang="en-US" sz="5200" b="1">
                <a:latin typeface="+mn-lt"/>
              </a:rPr>
              <a:t>Microsoft Intune</a:t>
            </a:r>
          </a:p>
        </p:txBody>
      </p:sp>
      <p:pic>
        <p:nvPicPr>
          <p:cNvPr id="5" name="Picture 4" descr="A logo of a microsoft company&#10;&#10;Description automatically generated">
            <a:extLst>
              <a:ext uri="{FF2B5EF4-FFF2-40B4-BE49-F238E27FC236}">
                <a16:creationId xmlns:a16="http://schemas.microsoft.com/office/drawing/2014/main" id="{FAC83928-3DA6-4028-2EC0-4CB506783EC9}"/>
              </a:ext>
            </a:extLst>
          </p:cNvPr>
          <p:cNvPicPr>
            <a:picLocks noChangeAspect="1"/>
          </p:cNvPicPr>
          <p:nvPr/>
        </p:nvPicPr>
        <p:blipFill>
          <a:blip r:embed="rId2"/>
          <a:stretch>
            <a:fillRect/>
          </a:stretch>
        </p:blipFill>
        <p:spPr>
          <a:xfrm>
            <a:off x="651568" y="2594113"/>
            <a:ext cx="1505019" cy="1474304"/>
          </a:xfrm>
          <a:prstGeom prst="rect">
            <a:avLst/>
          </a:prstGeom>
        </p:spPr>
      </p:pic>
    </p:spTree>
    <p:extLst>
      <p:ext uri="{BB962C8B-B14F-4D97-AF65-F5344CB8AC3E}">
        <p14:creationId xmlns:p14="http://schemas.microsoft.com/office/powerpoint/2010/main" val="164067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5" y="0"/>
            <a:ext cx="7537705"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09C9913-D30C-FDE1-F4BB-AAF3636E1593}"/>
              </a:ext>
            </a:extLst>
          </p:cNvPr>
          <p:cNvSpPr>
            <a:spLocks noGrp="1"/>
          </p:cNvSpPr>
          <p:nvPr>
            <p:ph type="title"/>
          </p:nvPr>
        </p:nvSpPr>
        <p:spPr>
          <a:xfrm>
            <a:off x="905484" y="1065749"/>
            <a:ext cx="3748810" cy="4726502"/>
          </a:xfrm>
        </p:spPr>
        <p:txBody>
          <a:bodyPr>
            <a:normAutofit/>
          </a:bodyPr>
          <a:lstStyle/>
          <a:p>
            <a:r>
              <a:rPr lang="en-US" b="1">
                <a:latin typeface="+mn-lt"/>
              </a:rPr>
              <a:t>Overview</a:t>
            </a:r>
          </a:p>
        </p:txBody>
      </p:sp>
      <p:sp>
        <p:nvSpPr>
          <p:cNvPr id="3" name="Content Placeholder 2">
            <a:extLst>
              <a:ext uri="{FF2B5EF4-FFF2-40B4-BE49-F238E27FC236}">
                <a16:creationId xmlns:a16="http://schemas.microsoft.com/office/drawing/2014/main" id="{05A69538-6C1F-AC36-55AF-2EFF1B54F592}"/>
              </a:ext>
            </a:extLst>
          </p:cNvPr>
          <p:cNvSpPr>
            <a:spLocks noGrp="1"/>
          </p:cNvSpPr>
          <p:nvPr>
            <p:ph idx="1"/>
          </p:nvPr>
        </p:nvSpPr>
        <p:spPr>
          <a:xfrm>
            <a:off x="6400800" y="713313"/>
            <a:ext cx="4953000" cy="5431376"/>
          </a:xfrm>
        </p:spPr>
        <p:txBody>
          <a:bodyPr anchor="ctr">
            <a:normAutofit/>
          </a:bodyPr>
          <a:lstStyle/>
          <a:p>
            <a:r>
              <a:rPr lang="en-IN" sz="1900" i="0">
                <a:effectLst/>
              </a:rPr>
              <a:t>Intune is an integrated console for the advanced management of mobile devices and enterprise apps. It forms part of the Azure portal and can be acquired as a standalone solution or as inclusion in enterprise mobile and security packages. Because of that, Intune is a cost-effective platform as the price per user is not prohibitive.</a:t>
            </a:r>
          </a:p>
          <a:p>
            <a:r>
              <a:rPr lang="en-IN" sz="1900" i="0">
                <a:effectLst/>
              </a:rPr>
              <a:t>As an HTML-based console, Intune is accessible from the cloud through any up-to-date browser. Tools are seamlessly accessible from its uncluttered and user-friendly dashboard, thus allowing users to swiftly find or generate the information they need.</a:t>
            </a:r>
          </a:p>
          <a:p>
            <a:r>
              <a:rPr lang="en-IN" sz="1900" i="0">
                <a:effectLst/>
              </a:rPr>
              <a:t>Also, Intune has robust support for the Microsoft Graph API, thereby enabling corporations and organizations to put into auto-pilot a wide array of redundant and even essential tasks.</a:t>
            </a:r>
          </a:p>
          <a:p>
            <a:endParaRPr lang="en-US" sz="1900"/>
          </a:p>
        </p:txBody>
      </p:sp>
    </p:spTree>
    <p:extLst>
      <p:ext uri="{BB962C8B-B14F-4D97-AF65-F5344CB8AC3E}">
        <p14:creationId xmlns:p14="http://schemas.microsoft.com/office/powerpoint/2010/main" val="798997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73426FD-04CA-2248-6E02-58D58CC2BACC}"/>
              </a:ext>
            </a:extLst>
          </p:cNvPr>
          <p:cNvSpPr>
            <a:spLocks noGrp="1"/>
          </p:cNvSpPr>
          <p:nvPr>
            <p:ph type="title"/>
          </p:nvPr>
        </p:nvSpPr>
        <p:spPr>
          <a:xfrm>
            <a:off x="838200" y="713312"/>
            <a:ext cx="4038600" cy="5431376"/>
          </a:xfrm>
        </p:spPr>
        <p:txBody>
          <a:bodyPr>
            <a:normAutofit/>
          </a:bodyPr>
          <a:lstStyle/>
          <a:p>
            <a:r>
              <a:rPr lang="en-IN" b="1" i="0" dirty="0">
                <a:effectLst/>
                <a:latin typeface="+mn-lt"/>
              </a:rPr>
              <a:t>Intune Features</a:t>
            </a:r>
            <a:endParaRPr lang="en-US" dirty="0">
              <a:latin typeface="+mn-lt"/>
            </a:endParaRPr>
          </a:p>
        </p:txBody>
      </p:sp>
      <p:graphicFrame>
        <p:nvGraphicFramePr>
          <p:cNvPr id="3" name="Content Placeholder 2">
            <a:extLst>
              <a:ext uri="{FF2B5EF4-FFF2-40B4-BE49-F238E27FC236}">
                <a16:creationId xmlns:a16="http://schemas.microsoft.com/office/drawing/2014/main" id="{1F727669-0521-61C8-1B09-0E460EC9086C}"/>
              </a:ext>
            </a:extLst>
          </p:cNvPr>
          <p:cNvGraphicFramePr>
            <a:graphicFrameLocks noGrp="1"/>
          </p:cNvGraphicFramePr>
          <p:nvPr>
            <p:ph idx="1"/>
            <p:extLst>
              <p:ext uri="{D42A27DB-BD31-4B8C-83A1-F6EECF244321}">
                <p14:modId xmlns:p14="http://schemas.microsoft.com/office/powerpoint/2010/main" val="931242791"/>
              </p:ext>
            </p:extLst>
          </p:nvPr>
        </p:nvGraphicFramePr>
        <p:xfrm>
          <a:off x="5327650" y="146050"/>
          <a:ext cx="6507163" cy="654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6653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73426FD-04CA-2248-6E02-58D58CC2BACC}"/>
              </a:ext>
            </a:extLst>
          </p:cNvPr>
          <p:cNvSpPr>
            <a:spLocks noGrp="1"/>
          </p:cNvSpPr>
          <p:nvPr>
            <p:ph type="title"/>
          </p:nvPr>
        </p:nvSpPr>
        <p:spPr>
          <a:xfrm>
            <a:off x="838200" y="713312"/>
            <a:ext cx="4038600" cy="5431376"/>
          </a:xfrm>
        </p:spPr>
        <p:txBody>
          <a:bodyPr>
            <a:normAutofit/>
          </a:bodyPr>
          <a:lstStyle/>
          <a:p>
            <a:r>
              <a:rPr lang="en-IN" b="1" i="0" dirty="0">
                <a:effectLst/>
                <a:latin typeface="+mn-lt"/>
              </a:rPr>
              <a:t>Intune Benefits</a:t>
            </a:r>
            <a:endParaRPr lang="en-US" dirty="0">
              <a:latin typeface="+mn-lt"/>
            </a:endParaRPr>
          </a:p>
        </p:txBody>
      </p:sp>
      <p:sp>
        <p:nvSpPr>
          <p:cNvPr id="85" name="Content Placeholder 2">
            <a:extLst>
              <a:ext uri="{FF2B5EF4-FFF2-40B4-BE49-F238E27FC236}">
                <a16:creationId xmlns:a16="http://schemas.microsoft.com/office/drawing/2014/main" id="{289E673B-DD55-F764-7D55-48A28507919B}"/>
              </a:ext>
            </a:extLst>
          </p:cNvPr>
          <p:cNvSpPr>
            <a:spLocks noGrp="1"/>
          </p:cNvSpPr>
          <p:nvPr>
            <p:ph idx="1"/>
          </p:nvPr>
        </p:nvSpPr>
        <p:spPr>
          <a:xfrm>
            <a:off x="5327375" y="145774"/>
            <a:ext cx="6506816" cy="6546574"/>
          </a:xfrm>
        </p:spPr>
        <p:txBody>
          <a:bodyPr anchor="ctr">
            <a:normAutofit fontScale="47500" lnSpcReduction="20000"/>
          </a:bodyPr>
          <a:lstStyle/>
          <a:p>
            <a:r>
              <a:rPr lang="en-IN" sz="3300" b="1" i="0" dirty="0">
                <a:effectLst/>
              </a:rPr>
              <a:t>Secure Productivity</a:t>
            </a:r>
            <a:endParaRPr lang="en-IN" sz="3300" b="0" i="0" dirty="0">
              <a:effectLst/>
            </a:endParaRPr>
          </a:p>
          <a:p>
            <a:pPr marL="457200" lvl="1" indent="0">
              <a:buNone/>
            </a:pPr>
            <a:r>
              <a:rPr lang="en-IN" sz="3300" b="0" i="0" dirty="0">
                <a:effectLst/>
              </a:rPr>
              <a:t>Security protocols have a way of disrupting employee productivity. But with Microsoft Intune, companies allow their personnel to go about their tasks efficiently while resting assured that their data are protected against cyber security threats.</a:t>
            </a:r>
          </a:p>
          <a:p>
            <a:r>
              <a:rPr lang="en-IN" sz="3300" b="1" i="0" dirty="0">
                <a:effectLst/>
              </a:rPr>
              <a:t>Flexible Data Control</a:t>
            </a:r>
            <a:endParaRPr lang="en-IN" sz="3300" b="0" i="0" dirty="0">
              <a:effectLst/>
            </a:endParaRPr>
          </a:p>
          <a:p>
            <a:pPr marL="457200" lvl="1" indent="0">
              <a:buNone/>
            </a:pPr>
            <a:r>
              <a:rPr lang="en-IN" sz="3300" b="0" i="0" dirty="0">
                <a:effectLst/>
              </a:rPr>
              <a:t>With Intune, organizations have the ability to secure important information in devices provided for by the management, employee devices enrolled into the network, and those owned by partners and third-parties. This way, they can enable different kinds of users to complete their responsibilities and go through the workflow effortlessly while ensuring that access to confidential files is limited to a certain group of people.</a:t>
            </a:r>
          </a:p>
          <a:p>
            <a:r>
              <a:rPr lang="en-IN" sz="3300" b="1" i="0" dirty="0">
                <a:effectLst/>
              </a:rPr>
              <a:t>Diverse Platform Support</a:t>
            </a:r>
            <a:endParaRPr lang="en-IN" sz="3300" b="0" i="0" dirty="0">
              <a:effectLst/>
            </a:endParaRPr>
          </a:p>
          <a:p>
            <a:pPr marL="457200" lvl="1" indent="0">
              <a:buNone/>
            </a:pPr>
            <a:r>
              <a:rPr lang="en-IN" sz="3300" b="0" i="0" dirty="0">
                <a:effectLst/>
              </a:rPr>
              <a:t>Though Intune is a Microsoft product, it supports a wide range of devices including macOS, iOS, and Android. Thus, organizations have a unified management solution that enables the rigorous handling of the mobile ecosystem.</a:t>
            </a:r>
          </a:p>
          <a:p>
            <a:r>
              <a:rPr lang="en-IN" sz="3300" b="1" i="0" dirty="0">
                <a:effectLst/>
              </a:rPr>
              <a:t>Cloud Efficiency</a:t>
            </a:r>
            <a:endParaRPr lang="en-IN" sz="3300" b="0" i="0" dirty="0">
              <a:effectLst/>
            </a:endParaRPr>
          </a:p>
          <a:p>
            <a:pPr marL="457200" lvl="1" indent="0">
              <a:buNone/>
            </a:pPr>
            <a:r>
              <a:rPr lang="en-IN" sz="3300" b="0" i="0" dirty="0">
                <a:effectLst/>
              </a:rPr>
              <a:t>Since Intune is deployed in the cloud, companies and institutions can reduce on-premises server costs. Therefore, they can focus more on their core business procedures and requirements which they can scale globally with the aid of a cloud architecture that is well-maintained and updated.</a:t>
            </a:r>
          </a:p>
          <a:p>
            <a:r>
              <a:rPr lang="en-IN" sz="3300" b="1" i="0" dirty="0">
                <a:effectLst/>
              </a:rPr>
              <a:t>Deployment Support</a:t>
            </a:r>
            <a:endParaRPr lang="en-IN" sz="3300" b="0" i="0" dirty="0">
              <a:effectLst/>
            </a:endParaRPr>
          </a:p>
          <a:p>
            <a:pPr marL="457200" lvl="1" indent="0">
              <a:buNone/>
            </a:pPr>
            <a:r>
              <a:rPr lang="en-IN" sz="3300" b="0" i="0" dirty="0">
                <a:effectLst/>
              </a:rPr>
              <a:t>No matter where in the globe they are situated, Intune subscribers have access to 24/7 support offered by Microsoft. In case they need to fast track their deployment, then they can simply request assistance from a support team.</a:t>
            </a:r>
          </a:p>
          <a:p>
            <a:pPr marL="0" indent="0">
              <a:buNone/>
            </a:pPr>
            <a:endParaRPr lang="en-US" sz="1100" dirty="0"/>
          </a:p>
        </p:txBody>
      </p:sp>
    </p:spTree>
    <p:extLst>
      <p:ext uri="{BB962C8B-B14F-4D97-AF65-F5344CB8AC3E}">
        <p14:creationId xmlns:p14="http://schemas.microsoft.com/office/powerpoint/2010/main" val="869095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5408913-B323-422F-B521-2957A5B7F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92" y="0"/>
            <a:ext cx="7299977"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EBC08A2C-017F-07A3-5316-78DF51B4AF48}"/>
              </a:ext>
            </a:extLst>
          </p:cNvPr>
          <p:cNvSpPr>
            <a:spLocks noGrp="1"/>
          </p:cNvSpPr>
          <p:nvPr>
            <p:ph type="title"/>
          </p:nvPr>
        </p:nvSpPr>
        <p:spPr>
          <a:xfrm>
            <a:off x="838199" y="1065749"/>
            <a:ext cx="4953001" cy="4726502"/>
          </a:xfrm>
        </p:spPr>
        <p:txBody>
          <a:bodyPr>
            <a:normAutofit/>
          </a:bodyPr>
          <a:lstStyle/>
          <a:p>
            <a:r>
              <a:rPr lang="en-US" b="1" dirty="0">
                <a:latin typeface="+mn-lt"/>
              </a:rPr>
              <a:t>Intune Pricing Plans</a:t>
            </a:r>
          </a:p>
        </p:txBody>
      </p:sp>
      <p:sp>
        <p:nvSpPr>
          <p:cNvPr id="32" name="Content Placeholder 2">
            <a:extLst>
              <a:ext uri="{FF2B5EF4-FFF2-40B4-BE49-F238E27FC236}">
                <a16:creationId xmlns:a16="http://schemas.microsoft.com/office/drawing/2014/main" id="{B1F79CB4-8EC0-C805-E6CF-0611DE15A47A}"/>
              </a:ext>
            </a:extLst>
          </p:cNvPr>
          <p:cNvSpPr>
            <a:spLocks noGrp="1"/>
          </p:cNvSpPr>
          <p:nvPr>
            <p:ph idx="1"/>
          </p:nvPr>
        </p:nvSpPr>
        <p:spPr>
          <a:xfrm>
            <a:off x="7182678" y="713312"/>
            <a:ext cx="4823792" cy="5687487"/>
          </a:xfrm>
        </p:spPr>
        <p:txBody>
          <a:bodyPr anchor="ctr">
            <a:normAutofit/>
          </a:bodyPr>
          <a:lstStyle/>
          <a:p>
            <a:r>
              <a:rPr lang="en-IN" sz="3200" b="1" i="0" dirty="0">
                <a:effectLst/>
              </a:rPr>
              <a:t>Free Trial</a:t>
            </a:r>
            <a:endParaRPr lang="en-IN" sz="3200" b="0" i="0" dirty="0">
              <a:effectLst/>
            </a:endParaRPr>
          </a:p>
          <a:p>
            <a:r>
              <a:rPr lang="en-IN" sz="3200" b="1" i="0" dirty="0">
                <a:effectLst/>
              </a:rPr>
              <a:t>Intune: </a:t>
            </a:r>
            <a:r>
              <a:rPr lang="en-IN" sz="3200" b="0" i="0" dirty="0">
                <a:effectLst/>
              </a:rPr>
              <a:t>$10.00/user/month</a:t>
            </a:r>
          </a:p>
          <a:p>
            <a:endParaRPr lang="en-IN" sz="3200" dirty="0"/>
          </a:p>
          <a:p>
            <a:r>
              <a:rPr lang="en-IN" sz="2000" dirty="0">
                <a:hlinkClick r:id="rId2"/>
              </a:rPr>
              <a:t>Microsoft Intune Plans and Pricing</a:t>
            </a:r>
            <a:endParaRPr lang="en-IN" sz="3200" b="0" i="0" dirty="0">
              <a:effectLst/>
            </a:endParaRPr>
          </a:p>
        </p:txBody>
      </p:sp>
    </p:spTree>
    <p:extLst>
      <p:ext uri="{BB962C8B-B14F-4D97-AF65-F5344CB8AC3E}">
        <p14:creationId xmlns:p14="http://schemas.microsoft.com/office/powerpoint/2010/main" val="309050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408913-B323-422F-B521-2957A5B7F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92" y="0"/>
            <a:ext cx="7299977"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D8F75A47-B02F-F855-38D1-FE316BD2AB05}"/>
              </a:ext>
            </a:extLst>
          </p:cNvPr>
          <p:cNvSpPr>
            <a:spLocks noGrp="1"/>
          </p:cNvSpPr>
          <p:nvPr>
            <p:ph type="title"/>
          </p:nvPr>
        </p:nvSpPr>
        <p:spPr>
          <a:xfrm>
            <a:off x="838199" y="1065749"/>
            <a:ext cx="4953001" cy="4726502"/>
          </a:xfrm>
        </p:spPr>
        <p:txBody>
          <a:bodyPr>
            <a:normAutofit/>
          </a:bodyPr>
          <a:lstStyle/>
          <a:p>
            <a:r>
              <a:rPr lang="en-US" b="1" dirty="0">
                <a:latin typeface="+mn-lt"/>
              </a:rPr>
              <a:t>Intune Technical Details</a:t>
            </a:r>
          </a:p>
        </p:txBody>
      </p:sp>
      <p:sp>
        <p:nvSpPr>
          <p:cNvPr id="3" name="Content Placeholder 2">
            <a:extLst>
              <a:ext uri="{FF2B5EF4-FFF2-40B4-BE49-F238E27FC236}">
                <a16:creationId xmlns:a16="http://schemas.microsoft.com/office/drawing/2014/main" id="{D4CC7C6F-A7E8-27D9-F5AA-D4D5B574A2C8}"/>
              </a:ext>
            </a:extLst>
          </p:cNvPr>
          <p:cNvSpPr>
            <a:spLocks noGrp="1"/>
          </p:cNvSpPr>
          <p:nvPr>
            <p:ph idx="1"/>
          </p:nvPr>
        </p:nvSpPr>
        <p:spPr>
          <a:xfrm>
            <a:off x="7538022" y="713313"/>
            <a:ext cx="3815778" cy="6032044"/>
          </a:xfrm>
        </p:spPr>
        <p:txBody>
          <a:bodyPr anchor="ctr">
            <a:normAutofit lnSpcReduction="10000"/>
          </a:bodyPr>
          <a:lstStyle/>
          <a:p>
            <a:pPr marL="0" indent="0">
              <a:buNone/>
            </a:pPr>
            <a:r>
              <a:rPr lang="en-IN" sz="2200" b="1" i="0" dirty="0">
                <a:effectLst/>
              </a:rPr>
              <a:t>Devices Supported</a:t>
            </a:r>
          </a:p>
          <a:p>
            <a:pPr>
              <a:buFont typeface="Arial" panose="020B0604020202020204" pitchFamily="34" charset="0"/>
              <a:buChar char="•"/>
            </a:pPr>
            <a:r>
              <a:rPr lang="en-IN" sz="2200" b="0" i="0" dirty="0">
                <a:effectLst/>
              </a:rPr>
              <a:t>Windows</a:t>
            </a:r>
          </a:p>
          <a:p>
            <a:pPr>
              <a:buFont typeface="Arial" panose="020B0604020202020204" pitchFamily="34" charset="0"/>
              <a:buChar char="•"/>
            </a:pPr>
            <a:r>
              <a:rPr lang="en-IN" sz="2200" b="0" i="0" dirty="0">
                <a:effectLst/>
              </a:rPr>
              <a:t>Android</a:t>
            </a:r>
          </a:p>
          <a:p>
            <a:pPr>
              <a:buFont typeface="Arial" panose="020B0604020202020204" pitchFamily="34" charset="0"/>
              <a:buChar char="•"/>
            </a:pPr>
            <a:r>
              <a:rPr lang="en-IN" sz="2200" b="0" i="0" dirty="0">
                <a:effectLst/>
              </a:rPr>
              <a:t>iPhone/iPad</a:t>
            </a:r>
          </a:p>
          <a:p>
            <a:pPr>
              <a:buFont typeface="Arial" panose="020B0604020202020204" pitchFamily="34" charset="0"/>
              <a:buChar char="•"/>
            </a:pPr>
            <a:r>
              <a:rPr lang="en-IN" sz="2200" b="0" i="0" dirty="0">
                <a:effectLst/>
              </a:rPr>
              <a:t>Mac</a:t>
            </a:r>
          </a:p>
          <a:p>
            <a:pPr>
              <a:buFont typeface="Arial" panose="020B0604020202020204" pitchFamily="34" charset="0"/>
              <a:buChar char="•"/>
            </a:pPr>
            <a:r>
              <a:rPr lang="en-IN" sz="2200" b="0" i="0" dirty="0">
                <a:effectLst/>
              </a:rPr>
              <a:t>Web-based</a:t>
            </a:r>
          </a:p>
          <a:p>
            <a:pPr>
              <a:buFont typeface="Arial" panose="020B0604020202020204" pitchFamily="34" charset="0"/>
              <a:buChar char="•"/>
            </a:pPr>
            <a:r>
              <a:rPr lang="en-IN" sz="2200" b="0" i="0" dirty="0">
                <a:effectLst/>
              </a:rPr>
              <a:t>Windows Mobile</a:t>
            </a:r>
          </a:p>
          <a:p>
            <a:pPr marL="0" indent="0">
              <a:buNone/>
            </a:pPr>
            <a:r>
              <a:rPr lang="en-IN" sz="2200" b="1" i="0" dirty="0">
                <a:effectLst/>
              </a:rPr>
              <a:t>Deployment</a:t>
            </a:r>
          </a:p>
          <a:p>
            <a:pPr>
              <a:buFont typeface="Arial" panose="020B0604020202020204" pitchFamily="34" charset="0"/>
              <a:buChar char="•"/>
            </a:pPr>
            <a:r>
              <a:rPr lang="en-IN" sz="2200" b="0" i="0" dirty="0">
                <a:effectLst/>
              </a:rPr>
              <a:t>Cloud Hosted</a:t>
            </a:r>
          </a:p>
          <a:p>
            <a:pPr>
              <a:buFont typeface="Arial" panose="020B0604020202020204" pitchFamily="34" charset="0"/>
              <a:buChar char="•"/>
            </a:pPr>
            <a:r>
              <a:rPr lang="en-IN" sz="2200" b="0" i="0" dirty="0">
                <a:effectLst/>
              </a:rPr>
              <a:t>Open API</a:t>
            </a:r>
          </a:p>
          <a:p>
            <a:pPr marL="0" indent="0">
              <a:buNone/>
            </a:pPr>
            <a:r>
              <a:rPr lang="en-IN" sz="2200" b="1" i="0" dirty="0">
                <a:effectLst/>
              </a:rPr>
              <a:t>Customer Types</a:t>
            </a:r>
          </a:p>
          <a:p>
            <a:pPr>
              <a:buFont typeface="Arial" panose="020B0604020202020204" pitchFamily="34" charset="0"/>
              <a:buChar char="•"/>
            </a:pPr>
            <a:r>
              <a:rPr lang="en-IN" sz="2200" b="0" i="0" dirty="0">
                <a:effectLst/>
              </a:rPr>
              <a:t>Small Business</a:t>
            </a:r>
          </a:p>
          <a:p>
            <a:pPr>
              <a:buFont typeface="Arial" panose="020B0604020202020204" pitchFamily="34" charset="0"/>
              <a:buChar char="•"/>
            </a:pPr>
            <a:r>
              <a:rPr lang="en-IN" sz="2200" b="0" i="0" dirty="0">
                <a:effectLst/>
              </a:rPr>
              <a:t>Large Enterprises</a:t>
            </a:r>
          </a:p>
          <a:p>
            <a:pPr>
              <a:buFont typeface="Arial" panose="020B0604020202020204" pitchFamily="34" charset="0"/>
              <a:buChar char="•"/>
            </a:pPr>
            <a:r>
              <a:rPr lang="en-IN" sz="2200" b="0" i="0" dirty="0">
                <a:effectLst/>
              </a:rPr>
              <a:t>Medium Business</a:t>
            </a:r>
            <a:br>
              <a:rPr lang="en-IN" sz="2200" b="0" i="0" dirty="0">
                <a:effectLst/>
              </a:rPr>
            </a:br>
            <a:endParaRPr lang="en-IN" sz="2200" b="0" i="0" dirty="0">
              <a:effectLst/>
            </a:endParaRPr>
          </a:p>
          <a:p>
            <a:endParaRPr lang="en-US" sz="2000" dirty="0"/>
          </a:p>
        </p:txBody>
      </p:sp>
    </p:spTree>
    <p:extLst>
      <p:ext uri="{BB962C8B-B14F-4D97-AF65-F5344CB8AC3E}">
        <p14:creationId xmlns:p14="http://schemas.microsoft.com/office/powerpoint/2010/main" val="45470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5408913-B323-422F-B521-2957A5B7F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6">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92" y="0"/>
            <a:ext cx="7299977"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solidFill>
                <a:schemeClr val="tx1"/>
              </a:solidFill>
            </a:endParaRPr>
          </a:p>
        </p:txBody>
      </p:sp>
      <p:sp>
        <p:nvSpPr>
          <p:cNvPr id="3" name="Content Placeholder 2">
            <a:extLst>
              <a:ext uri="{FF2B5EF4-FFF2-40B4-BE49-F238E27FC236}">
                <a16:creationId xmlns:a16="http://schemas.microsoft.com/office/drawing/2014/main" id="{D4CC7C6F-A7E8-27D9-F5AA-D4D5B574A2C8}"/>
              </a:ext>
            </a:extLst>
          </p:cNvPr>
          <p:cNvSpPr>
            <a:spLocks noGrp="1"/>
          </p:cNvSpPr>
          <p:nvPr>
            <p:ph idx="1"/>
          </p:nvPr>
        </p:nvSpPr>
        <p:spPr>
          <a:xfrm>
            <a:off x="7538021" y="0"/>
            <a:ext cx="4296169" cy="6732104"/>
          </a:xfrm>
        </p:spPr>
        <p:txBody>
          <a:bodyPr anchor="ctr">
            <a:normAutofit/>
          </a:bodyPr>
          <a:lstStyle/>
          <a:p>
            <a:pPr marL="0" indent="0">
              <a:buNone/>
            </a:pPr>
            <a:r>
              <a:rPr lang="en-IN" sz="2200" b="1" i="0" dirty="0">
                <a:effectLst/>
              </a:rPr>
              <a:t>Language Support</a:t>
            </a:r>
          </a:p>
          <a:p>
            <a:pPr>
              <a:buFont typeface="Arial" panose="020B0604020202020204" pitchFamily="34" charset="0"/>
              <a:buChar char="•"/>
            </a:pPr>
            <a:r>
              <a:rPr lang="en-IN" sz="2200" b="0" i="0" dirty="0">
                <a:effectLst/>
              </a:rPr>
              <a:t>English</a:t>
            </a:r>
          </a:p>
          <a:p>
            <a:pPr>
              <a:buFont typeface="Arial" panose="020B0604020202020204" pitchFamily="34" charset="0"/>
              <a:buChar char="•"/>
            </a:pPr>
            <a:r>
              <a:rPr lang="en-IN" sz="2200" b="0" i="0" dirty="0">
                <a:effectLst/>
              </a:rPr>
              <a:t>Chinese</a:t>
            </a:r>
          </a:p>
          <a:p>
            <a:pPr>
              <a:buFont typeface="Arial" panose="020B0604020202020204" pitchFamily="34" charset="0"/>
              <a:buChar char="•"/>
            </a:pPr>
            <a:r>
              <a:rPr lang="en-IN" sz="2200" b="0" i="0" dirty="0">
                <a:effectLst/>
              </a:rPr>
              <a:t>German</a:t>
            </a:r>
          </a:p>
          <a:p>
            <a:pPr>
              <a:buFont typeface="Arial" panose="020B0604020202020204" pitchFamily="34" charset="0"/>
              <a:buChar char="•"/>
            </a:pPr>
            <a:r>
              <a:rPr lang="en-IN" sz="2200" b="0" i="0" dirty="0">
                <a:effectLst/>
              </a:rPr>
              <a:t>Hindi</a:t>
            </a:r>
          </a:p>
          <a:p>
            <a:pPr>
              <a:buFont typeface="Arial" panose="020B0604020202020204" pitchFamily="34" charset="0"/>
              <a:buChar char="•"/>
            </a:pPr>
            <a:r>
              <a:rPr lang="en-IN" sz="2200" b="0" i="0" dirty="0">
                <a:effectLst/>
              </a:rPr>
              <a:t>Japanese</a:t>
            </a:r>
          </a:p>
          <a:p>
            <a:pPr>
              <a:buFont typeface="Arial" panose="020B0604020202020204" pitchFamily="34" charset="0"/>
              <a:buChar char="•"/>
            </a:pPr>
            <a:r>
              <a:rPr lang="en-IN" sz="2200" b="0" i="0" dirty="0">
                <a:effectLst/>
              </a:rPr>
              <a:t>Spanish</a:t>
            </a:r>
          </a:p>
          <a:p>
            <a:pPr>
              <a:buFont typeface="Arial" panose="020B0604020202020204" pitchFamily="34" charset="0"/>
              <a:buChar char="•"/>
            </a:pPr>
            <a:r>
              <a:rPr lang="en-IN" sz="2200" b="0" i="0" dirty="0">
                <a:effectLst/>
              </a:rPr>
              <a:t>French</a:t>
            </a:r>
          </a:p>
          <a:p>
            <a:pPr>
              <a:buFont typeface="Arial" panose="020B0604020202020204" pitchFamily="34" charset="0"/>
              <a:buChar char="•"/>
            </a:pPr>
            <a:r>
              <a:rPr lang="en-IN" sz="2200" b="0" i="0" dirty="0">
                <a:effectLst/>
              </a:rPr>
              <a:t>Russian</a:t>
            </a:r>
          </a:p>
          <a:p>
            <a:pPr>
              <a:buFont typeface="Arial" panose="020B0604020202020204" pitchFamily="34" charset="0"/>
              <a:buChar char="•"/>
            </a:pPr>
            <a:r>
              <a:rPr lang="en-IN" sz="2200" b="0" i="0" dirty="0">
                <a:effectLst/>
              </a:rPr>
              <a:t>Italian</a:t>
            </a:r>
          </a:p>
          <a:p>
            <a:pPr>
              <a:buFont typeface="Arial" panose="020B0604020202020204" pitchFamily="34" charset="0"/>
              <a:buChar char="•"/>
            </a:pPr>
            <a:r>
              <a:rPr lang="en-IN" sz="2200" b="0" i="0" dirty="0">
                <a:effectLst/>
              </a:rPr>
              <a:t>Dutch</a:t>
            </a:r>
          </a:p>
          <a:p>
            <a:pPr>
              <a:buFont typeface="Arial" panose="020B0604020202020204" pitchFamily="34" charset="0"/>
              <a:buChar char="•"/>
            </a:pPr>
            <a:r>
              <a:rPr lang="en-IN" sz="2200" b="0" i="0" dirty="0" err="1">
                <a:effectLst/>
              </a:rPr>
              <a:t>Portugese</a:t>
            </a:r>
            <a:endParaRPr lang="en-IN" sz="2200" b="0" i="0" dirty="0">
              <a:effectLst/>
            </a:endParaRPr>
          </a:p>
          <a:p>
            <a:pPr>
              <a:buFont typeface="Arial" panose="020B0604020202020204" pitchFamily="34" charset="0"/>
              <a:buChar char="•"/>
            </a:pPr>
            <a:r>
              <a:rPr lang="en-IN" sz="2200" b="0" i="0" dirty="0">
                <a:effectLst/>
              </a:rPr>
              <a:t>Polish</a:t>
            </a:r>
          </a:p>
          <a:p>
            <a:pPr>
              <a:buFont typeface="Arial" panose="020B0604020202020204" pitchFamily="34" charset="0"/>
              <a:buChar char="•"/>
            </a:pPr>
            <a:r>
              <a:rPr lang="en-IN" sz="2200" b="0" i="0" dirty="0">
                <a:effectLst/>
              </a:rPr>
              <a:t>Turkish</a:t>
            </a:r>
          </a:p>
          <a:p>
            <a:pPr>
              <a:buFont typeface="Arial" panose="020B0604020202020204" pitchFamily="34" charset="0"/>
              <a:buChar char="•"/>
            </a:pPr>
            <a:r>
              <a:rPr lang="en-IN" sz="2200" b="0" i="0" dirty="0">
                <a:effectLst/>
              </a:rPr>
              <a:t>Swedish</a:t>
            </a:r>
          </a:p>
          <a:p>
            <a:endParaRPr lang="en-US" sz="1100" dirty="0"/>
          </a:p>
        </p:txBody>
      </p:sp>
      <p:sp>
        <p:nvSpPr>
          <p:cNvPr id="5" name="Title 4">
            <a:extLst>
              <a:ext uri="{FF2B5EF4-FFF2-40B4-BE49-F238E27FC236}">
                <a16:creationId xmlns:a16="http://schemas.microsoft.com/office/drawing/2014/main" id="{BED03FDB-35FF-8070-EA45-553F45CADD07}"/>
              </a:ext>
            </a:extLst>
          </p:cNvPr>
          <p:cNvSpPr>
            <a:spLocks noGrp="1"/>
          </p:cNvSpPr>
          <p:nvPr>
            <p:ph type="title"/>
          </p:nvPr>
        </p:nvSpPr>
        <p:spPr>
          <a:xfrm>
            <a:off x="533400" y="2551733"/>
            <a:ext cx="5244548" cy="1325563"/>
          </a:xfrm>
        </p:spPr>
        <p:txBody>
          <a:bodyPr/>
          <a:lstStyle/>
          <a:p>
            <a:r>
              <a:rPr lang="en-US" b="1" dirty="0">
                <a:latin typeface="+mn-lt"/>
              </a:rPr>
              <a:t>Language Support </a:t>
            </a:r>
          </a:p>
        </p:txBody>
      </p:sp>
    </p:spTree>
    <p:extLst>
      <p:ext uri="{BB962C8B-B14F-4D97-AF65-F5344CB8AC3E}">
        <p14:creationId xmlns:p14="http://schemas.microsoft.com/office/powerpoint/2010/main" val="567183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9A95C4-D953-574C-5030-2CB9D450A8D4}"/>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b="1" kern="1200">
                <a:solidFill>
                  <a:schemeClr val="tx1"/>
                </a:solidFill>
                <a:latin typeface="+mj-lt"/>
                <a:ea typeface="+mj-ea"/>
                <a:cs typeface="+mj-cs"/>
              </a:rPr>
              <a:t>Thank you...!!! </a:t>
            </a:r>
            <a:r>
              <a:rPr lang="en-US" sz="5200" b="1" kern="1200">
                <a:solidFill>
                  <a:schemeClr val="tx1"/>
                </a:solidFill>
                <a:latin typeface="+mj-lt"/>
                <a:ea typeface="+mj-ea"/>
                <a:cs typeface="+mj-cs"/>
                <a:sym typeface="Wingdings" pitchFamily="2" charset="2"/>
              </a:rPr>
              <a:t> </a:t>
            </a:r>
            <a:endParaRPr lang="en-US" sz="5200" b="1" kern="1200">
              <a:solidFill>
                <a:schemeClr val="tx1"/>
              </a:solidFill>
              <a:latin typeface="+mj-lt"/>
              <a:ea typeface="+mj-ea"/>
              <a:cs typeface="+mj-cs"/>
            </a:endParaRPr>
          </a:p>
        </p:txBody>
      </p:sp>
      <p:pic>
        <p:nvPicPr>
          <p:cNvPr id="25" name="Graphic 24" descr="Handshake">
            <a:extLst>
              <a:ext uri="{FF2B5EF4-FFF2-40B4-BE49-F238E27FC236}">
                <a16:creationId xmlns:a16="http://schemas.microsoft.com/office/drawing/2014/main" id="{E2F3174E-FD24-F8B5-52C8-03D2271D0F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17" name="Graphic 16" descr="Handshake">
            <a:extLst>
              <a:ext uri="{FF2B5EF4-FFF2-40B4-BE49-F238E27FC236}">
                <a16:creationId xmlns:a16="http://schemas.microsoft.com/office/drawing/2014/main" id="{2F8DD2C3-DC0C-4647-AC00-056BAB3DFD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688586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7368c21-b8cf-42cf-bd0b-43ecd4bc62ae}" enabled="0" method="" siteId="{57368c21-b8cf-42cf-bd0b-43ecd4bc62ae}" removed="1"/>
</clbl:labelList>
</file>

<file path=docProps/app.xml><?xml version="1.0" encoding="utf-8"?>
<Properties xmlns="http://schemas.openxmlformats.org/officeDocument/2006/extended-properties" xmlns:vt="http://schemas.openxmlformats.org/officeDocument/2006/docPropsVTypes">
  <TotalTime>95</TotalTime>
  <Words>479</Words>
  <Application>Microsoft Macintosh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Microsoft Intune</vt:lpstr>
      <vt:lpstr>Overview</vt:lpstr>
      <vt:lpstr>Intune Features</vt:lpstr>
      <vt:lpstr>Intune Benefits</vt:lpstr>
      <vt:lpstr>Intune Pricing Plans</vt:lpstr>
      <vt:lpstr>Intune Technical Details</vt:lpstr>
      <vt:lpstr>Language Support </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Intune</dc:title>
  <dc:creator>HIDAYATHULLAH M (CRGL-THIRDPARTY.COM)</dc:creator>
  <cp:lastModifiedBy>M, Hidayathullah (Cognizant)</cp:lastModifiedBy>
  <cp:revision>1</cp:revision>
  <dcterms:created xsi:type="dcterms:W3CDTF">2024-01-04T09:14:17Z</dcterms:created>
  <dcterms:modified xsi:type="dcterms:W3CDTF">2024-07-09T09:45:15Z</dcterms:modified>
</cp:coreProperties>
</file>